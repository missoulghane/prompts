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OCRF · ARCHITECTURE 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de l'architecture applicative, fonctionnelle et de données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rendu des ateliers de cadrage avec les responsables d'équipes IT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rencontrées : H550 · H560 · H620 · H630  |  Échange i-archi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0" y="1188720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 w="9525">
            <a:solidFill>
              <a:srgbClr val="C9D3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88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fonctionnelle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901952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C9D3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9019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statique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615184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C9D3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26151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dynamique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328416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C9D3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33284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OCRF · Documentation d'architecture — CR ateliers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ateliers confirment qu'une documentation d'architecture maintenue par les équipes est indispensable, en complément de ROBIN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ROBIN ne suffit pas à gouverner le patrimoine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329184" cy="329184"/>
          </a:xfrm>
          <a:prstGeom prst="ellipse">
            <a:avLst/>
          </a:prstGeom>
          <a:solidFill>
            <a:srgbClr val="EEF1F6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373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non fonctionnel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code ROBIN peut regrouper plusieurs applications : il reflète la gestion du patrimoine, pas l'application au sens fonctionnel ou technique.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29184" cy="329184"/>
          </a:xfrm>
          <a:prstGeom prst="ellipse">
            <a:avLst/>
          </a:prstGeom>
          <a:solidFill>
            <a:srgbClr val="EEF1F6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4203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partielles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les dépendances ATEL et les accès directs aux bases remontent ; aucune saisie manuelle n'est possible (confirmé par i-archi).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329184" cy="329184"/>
          </a:xfrm>
          <a:prstGeom prst="ellipse">
            <a:avLst/>
          </a:prstGeom>
          <a:solidFill>
            <a:srgbClr val="EEF1F6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34670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morts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composants hors normes groupe et flux de données (fichiers, batchs) ne sont pas représentés.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24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de modélisation n'est préconisé par le groupe ; les pratiques actuelles sont hétérogènes (Visio, PowerPoint).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CLÉS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3A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1892808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une architecture applicative et de données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des équipes, en complément de ROBIN, pour gouverner le patrimoine et maîtriser les dépendances. Position partagée par i-archi.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3A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264408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des modalités et bonnes pratiques communes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règles de modélisation, granularité et outil à définir au niveau du secteur H, puis à décliner par chaque équipe.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OCRF · Documentation d'architecture — CR ateliers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besoins convergents : l'onboarding et l'analyse d'impact sont partagés par toutes les équipes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640080"/>
                <a:gridCol w="640080"/>
                <a:gridCol w="640080"/>
                <a:gridCol w="640080"/>
                <a:gridCol w="2880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d'usage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&amp; formation des nouveaux arrivants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 cité par l'ensemble des responsables d'équipes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d'impact / point of failure (Run)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Ex. : si RFLU tombe, quel impact sur l'OCRF et au-delà 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inter-équipes &amp; pédagogie MOA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visuel pour présenter les fonctionnalités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Traçabilité &amp; formalisation de la connaissance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Historique du SI, réduction de la dépendance aux personnes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Capitalisation &amp; partage de bonnes pratiques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Ex. : réutiliser une archi API Cloud, gestion des droits BORG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Alignement avec l'architecture d'entreprise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Cohérence dans la façon de construire le 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privilégiées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H630 : vue fonctionnelle (la vue applicative a peu d'impact)  ·  H550 / H560 : vues statique et dynamique  ·  H620 : vue dynamique sur Visio, architecture technique non prioritaire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OCRF · Documentation d'architecture — CR ateliers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contenu cible structuré en quatre niveaux de vue, de la chaîne de valeur au détail des services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1B2B4B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fonctionnelle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(urbanisation)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6080760" cy="621792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28016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de valeur et capacités métier, rendant visibles les applications porteuses d'un même usage.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: Rafale, Tagtic, SysWeb, SyoReaderReport  ·  Acquisition : CopyTGV, EmailToSyo, PdfToSyo, FileToSyo (à venir)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0" y="145389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453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14538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Attendue en priorité par H630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1B2B4B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0116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statique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(patrimoine)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011680"/>
            <a:ext cx="6080760" cy="621792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201168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d'identité par code ROBIN (cf. CADI / one-pager) et schéma haut niveau des interactions entre codes ROBIN de l'équipe et des autres équipes EI.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0" y="218541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453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2185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commun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1B2B4B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7432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dynamique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(interactions)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06040" y="2743200"/>
            <a:ext cx="6080760" cy="621792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0" y="274320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et interactions, intégrant trois couches de dépendances : physiques ATEL · hors ROBIN (bases, fichiers) · hors ATEL (Cloud).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Appui possible sur la colonne « dépendances entre services » du catalogue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0" y="291693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453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0" y="2916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commun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4747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 </a:t>
            </a:r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(composants)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06040" y="3474720"/>
            <a:ext cx="6080760" cy="621792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43200" y="34747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technique des applications et de leurs composants.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3648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F6B7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0" y="3648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prioritaire à date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d'attention 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calibrer la granularité de chaque vue : effort de mise à jour acceptable vs gains attendus.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OCRF · Documentation d'architecture — CR ateliers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 : poser le cadre commun de production avant la réunion de synthèse de mi-septembre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Orientations sur les modalités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642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outil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privilégié par H550 / H560 (lisibilité, couleurs, pictogrammes) ; Visio en usage chez H620 / H630 ; piste Excalidraw (VS Code) à évaluer.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957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Canevas communs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et règles de modélisation partagés pour harmoniser le formalisme entre équipes.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272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par les propriétaires d'applications / responsables de pôle, harmonisée par un référent transverse (tech lead ou archi) par équipe.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EEF1F6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931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Contributeurs identifiés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H560 : Axel, Julien  ·  H620 : Louis, Tairan, Omar, Jeremy  ·  H630 : Franck  ·  H550 : référent à nommer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719072"/>
            <a:ext cx="274320" cy="27432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6642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templates et règles de modélisation</a:t>
            </a:r>
            <a:endParaRPr lang="en-US" sz="105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projet (Morad, Anna)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176272"/>
            <a:ext cx="274320" cy="27432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1214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 fichier des besoins de formation et de granularité</a:t>
            </a:r>
            <a:endParaRPr lang="en-US" sz="105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Valérie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633472"/>
            <a:ext cx="274320" cy="27432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25786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Consolider les cas d'usage des RE non encore remontés</a:t>
            </a:r>
            <a:endParaRPr lang="en-US" sz="105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projet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090672"/>
            <a:ext cx="274320" cy="27432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0358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Arbitrer le format de production (PPT, Visio, Excalidraw)</a:t>
            </a:r>
            <a:endParaRPr lang="en-US" sz="105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projet &amp; 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547872"/>
            <a:ext cx="274320" cy="274320"/>
          </a:xfrm>
          <a:prstGeom prst="ellipse">
            <a:avLst/>
          </a:prstGeom>
          <a:solidFill>
            <a:srgbClr val="B4533C"/>
          </a:solidFill>
          <a:ln w="12700">
            <a:solidFill>
              <a:srgbClr val="B453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3493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de synthèse : restitution et outils de production</a:t>
            </a:r>
            <a:endParaRPr lang="en-US" sz="105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Mi-septembre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ouvertes  </a:t>
            </a:r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granularité de la description fonctionnelle (« comment ça marche », liens vers la documentation existante) · suffisance de l'information tabulaire vs représentation graphique.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 ateliers – Documentation d'architecture OCRF</dc:title>
  <dc:subject>PptxGenJS Presentation</dc:subject>
  <dc:creator>PptxGenJS</dc:creator>
  <cp:lastModifiedBy>PptxGenJS</cp:lastModifiedBy>
  <cp:revision>1</cp:revision>
  <dcterms:created xsi:type="dcterms:W3CDTF">2026-09-15T08:05:23Z</dcterms:created>
  <dcterms:modified xsi:type="dcterms:W3CDTF">2026-09-15T08:05:23Z</dcterms:modified>
</cp:coreProperties>
</file>