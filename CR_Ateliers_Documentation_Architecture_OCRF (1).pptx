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7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676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OCRF · ARCHITECTURE 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de l'architecture applicative, fonctionnelle et de données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rendu des ateliers avec les responsables d'équipes IT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234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TENUS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246888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6309360" y="16002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H550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167128"/>
            <a:ext cx="246888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6309360" y="21671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H630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734056"/>
            <a:ext cx="246888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309360" y="273405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H620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300984"/>
            <a:ext cx="246888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309360" y="330098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H560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867912"/>
            <a:ext cx="246888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6309360" y="386791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i-archi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OCRF · Documentation d'architecture — Compte rendu des ateliers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Contexte, objet et support de discussion des ateliers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ROBIN répertorie les applications et leurs interactions, mais ne référence pas les applications au sens fonctionnel : un code ROBIN peut regrouper plusieurs applications pour faciliter la gestion du patrimoine.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Recueillir les besoins des responsables d'équipes IT en matière de documentation d'architecture applicative et fonctionnelle de l'OCRF, afin d'harmoniser les livrables entre équipes.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successifs avec les équipes H550, H630, H620 et H560, complétés par un échange avec i-archi (Nicolas Laforêt).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114800" cy="3566160"/>
          </a:xfrm>
          <a:prstGeom prst="roundRect">
            <a:avLst>
              <a:gd name="adj" fmla="val 1538"/>
            </a:avLst>
          </a:prstGeom>
          <a:solidFill>
            <a:srgbClr val="EEF1F6"/>
          </a:solidFill>
          <a:ln w="6350">
            <a:solidFill>
              <a:srgbClr val="D5DA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75488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présentée en séance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57276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– Vue statique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fonctionnelle par code ROBIN : schéma haut niveau des interactions avec les codes ROBIN de l'équipe et des autres équipes EI ; fiche par application (cf. CADI / one-pager proposé par Valérie C.) ; visibilité des applications différentes pour un même usage (ex. SyoReaderReport et Tagtic).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77977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– Vue dynamique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technique : schéma des services et de leurs interactions, en s'appuyant sur la colonne « dépendance entre services » du catalogue.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54787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posées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(cas d'usage) · Quoi (contenu, granularité, architecture technique ?) · Comment (ROBIN, PPT, Visio, règles communes) · Qui produit dans les équipes ?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lancée : interroger l'équipe ROBIN sur la possibilité de déclarer des dépendances entre applications (Cloud, hors ATEL).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OCRF · Documentation d'architecture — Compte rendu des ateliers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Retours des ateliers : équipes H550 et H630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59436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H550  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73152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548640" y="15179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508760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des nouveaux arrivants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avec les autres équipes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points of failure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494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240280"/>
            <a:ext cx="31272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statique : patrimoine au niveau application (au sens technique, et non au sens ROBIN)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dynamique : modélisation des interactions entre applications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77640" cy="54864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548640" y="30266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1752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PowerPoint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S'aligner sur les usages du groupe (SROM)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753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566160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d'architecte dans l'équipe à ce jour ; un architecte pourrait être nommé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051560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484632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H630  </a:t>
            </a:r>
            <a:r>
              <a:rPr lang="en-US" sz="9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intervention JMA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463040"/>
            <a:ext cx="3977640" cy="73152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4800600" y="15179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08760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et historique du SI ; formalisation de la connaissance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/ formation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failure et dépendances inter-applications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2494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240280"/>
            <a:ext cx="31272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fonctionnelle (urbanisation) jugée la plus utile ; vue applicative de faible impact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d'une vue d'architecture technique (JMA)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annotation : Rafale, Tagtic, SysWeb · acquisition : CopyTGV, EmailToSyo, PdfToSyo, FileToSyo (à venir) · ACDC à rattacher à SYO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383280"/>
            <a:ext cx="3977640" cy="64008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4800600" y="34381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429000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actuelle sous Visio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pour la vue dynamique sous réserve de faisabilité ; sinon Visio avec des canevas communs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40782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406908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: chaque responsable d'application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Franck, de manière transverse, pour harmoniser les pratiques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OCRF · Documentation d'architecture — Compte rendu des ateliers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Retours des ateliers : équipes H620 et H560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59436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H620  </a:t>
            </a:r>
            <a:r>
              <a:rPr lang="en-US" sz="9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intervention MGU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105156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548640" y="15179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508760"/>
            <a:ext cx="31272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/ formation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 bonnes pratiques et capitalisation (ex. architecture API Cloud réutilisable ; droits de visualisation BORG)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avec l'architecture d'entreprise ; analyse d'impact (ex. indisponibilité de RFLU)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694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60320"/>
            <a:ext cx="3127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dynamique : information potentiellement disponible dans ROBIN, schéma plus lisible ; pas d'avis tranché, en attente des retours des autres RE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non prioritaire à date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977640" cy="658368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548640" y="33924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83280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dynamique : schémas Visio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statique : en attente de la réponse ROBIN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communes / squelette à définir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507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041648"/>
            <a:ext cx="3127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 de pôle : Fraude (Louis), Moteur OCR (Tairan), Moteur OCR Ext (Omar), Point d'entrée externe – CADI, SmartTextExtractor (Jeremy)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051560"/>
            <a:ext cx="3977640" cy="347472"/>
          </a:xfrm>
          <a:prstGeom prst="roundRect">
            <a:avLst>
              <a:gd name="adj" fmla="val 13158"/>
            </a:avLst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484632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H560  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463040"/>
            <a:ext cx="3977640" cy="731520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4800600" y="15179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08760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et formation des nouveaux arrivants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d'impact lors d'incidents applicatifs (Run)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pédagogique auprès des MOA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2494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240280"/>
            <a:ext cx="31272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en quatre niveaux, de la chaîne de valeur au détail des interactions entre services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statique : fiche d'identité par code application</a:t>
            </a:r>
            <a:endParaRPr lang="en-US" sz="9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dynamique : dépendances ATEL, hors ROBIN (bases, fichiers) et hors ATEL (Cloud) ; interactions ROBIN jugées insuffisantes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291840"/>
            <a:ext cx="3977640" cy="658368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4800600" y="33467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337560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pour PowerPoint plutôt que Visio (lisibilité, couleurs, pictogrammes), malgré un effort de maintenance plus important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40050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3995928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Propriétaires d'applications, par pôle : Outillage AC (Axel), Projet Client (Julien)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5902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en suspens (H560) : niveau de détail attendu pour le « comment ça marche » (descriptions fines ou liens vers la documentation).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OCRF · Documentation d'architecture — Compte rendu des ateliers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i-archi, messages retenus et suites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 avec i-archi (Nicolas Laforêt)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35608"/>
            <a:ext cx="256032" cy="256032"/>
          </a:xfrm>
          <a:prstGeom prst="ellipse">
            <a:avLst/>
          </a:prstGeom>
          <a:solidFill>
            <a:srgbClr val="EEF1F6"/>
          </a:solidFill>
          <a:ln w="9525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457200" y="1435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ne reflète pas le découpage au sens application : i-archi est aligné sur le fait que les équipes maintiennent une architecture applicative.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256032" cy="256032"/>
          </a:xfrm>
          <a:prstGeom prst="ellipse">
            <a:avLst/>
          </a:prstGeom>
          <a:solidFill>
            <a:srgbClr val="EEF1F6"/>
          </a:solidFill>
          <a:ln w="9525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457200" y="1911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1892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de modélisation n'est préconisé par le groupe.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256032" cy="256032"/>
          </a:xfrm>
          <a:prstGeom prst="ellipse">
            <a:avLst/>
          </a:prstGeom>
          <a:solidFill>
            <a:srgbClr val="EEF1F6"/>
          </a:solidFill>
          <a:ln w="9525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457200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3682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équipes du secteur H utilisent l'extension VS Code Excalidraw Whiteboard avec satisfaction ; une bascule vers cet outil peut être étudiée.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62072"/>
            <a:ext cx="256032" cy="256032"/>
          </a:xfrm>
          <a:prstGeom prst="ellipse">
            <a:avLst/>
          </a:prstGeom>
          <a:solidFill>
            <a:srgbClr val="EEF1F6"/>
          </a:solidFill>
          <a:ln w="9525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45720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28437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dépendances ne peuvent pas être saisies manuellement dans ROBIN : seules remontent les dépendances ATEL et les dépendances directes aux bases.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40080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RETENUS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7947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3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maintenir une architecture applicative et de données.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3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modalités et bonnes pratiques sont à définir au niveau du secteur H.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14173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les templates et les règles harmonisées de production des documents</a:t>
            </a:r>
            <a:endParaRPr lang="en-US" sz="1000" dirty="0"/>
          </a:p>
          <a:p>
            <a:pPr marL="0" indent="0">
              <a:buNone/>
            </a:pPr>
            <a:r>
              <a:rPr lang="en-US" sz="9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 (Morad, Anna)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19842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 fichier Excel des besoins de formation et des niveaux de granularité souhaités</a:t>
            </a:r>
            <a:endParaRPr lang="en-US" sz="1000" dirty="0"/>
          </a:p>
          <a:p>
            <a:pPr marL="0" indent="0">
              <a:buNone/>
            </a:pPr>
            <a:r>
              <a:rPr lang="en-US" sz="9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Valérie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255117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Interroger l'équipe ROBIN sur la déclaration de dépendances entre applications</a:t>
            </a:r>
            <a:endParaRPr lang="en-US" sz="1000" dirty="0"/>
          </a:p>
          <a:p>
            <a:pPr marL="0" indent="0">
              <a:buNone/>
            </a:pPr>
            <a:r>
              <a:rPr lang="en-US" sz="900" b="1" dirty="0">
                <a:solidFill>
                  <a:srgbClr val="B4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— cf. point i-archi n°4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20040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6350">
            <a:solidFill>
              <a:srgbClr val="D5DA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4892040" y="32004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— mi-septembre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de synthèse : restitution des retours des RE et mise à disposition des outils de production.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38862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en suspens</a:t>
            </a:r>
            <a:endParaRPr lang="en-US" sz="9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granularité adéquat (effort de mise à jour vs gains)</a:t>
            </a:r>
            <a:endParaRPr lang="en-US" sz="9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dynamique : information tabulaire suffisante ou représentation graphique</a:t>
            </a:r>
            <a:endParaRPr lang="en-US" sz="95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de l'architecture technique dans le périmètre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Microsoft Macintosh PowerPoint</Application>
  <PresentationFormat>Affichage à l'écran (16:9)</PresentationFormat>
  <Paragraphs>122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Compte rendu – Ateliers documentation d'architecture OCRF</dc:title>
  <dc:subject>PptxGenJS Presentation</dc:subject>
  <dc:creator>PptxGenJS</dc:creator>
  <cp:lastModifiedBy>MORAD ISSOULGHANE</cp:lastModifiedBy>
  <cp:revision>1</cp:revision>
  <dcterms:created xsi:type="dcterms:W3CDTF">2026-09-15T08:08:01Z</dcterms:created>
  <dcterms:modified xsi:type="dcterms:W3CDTF">2026-09-15T08:08:30Z</dcterms:modified>
</cp:coreProperties>
</file>