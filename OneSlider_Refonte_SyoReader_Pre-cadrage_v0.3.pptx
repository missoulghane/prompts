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 id="2147483700" r:id="rId6"/>
  </p:sldMasterIdLst>
  <p:notesMasterIdLst>
    <p:notesMasterId r:id="rId23"/>
  </p:notesMasterIdLst>
  <p:sldIdLst>
    <p:sldId id="349" r:id="rId7"/>
    <p:sldId id="1547" r:id="rId8"/>
    <p:sldId id="1562" r:id="rId9"/>
    <p:sldId id="1565" r:id="rId10"/>
    <p:sldId id="1564" r:id="rId11"/>
    <p:sldId id="1560" r:id="rId12"/>
    <p:sldId id="1561" r:id="rId13"/>
    <p:sldId id="1563" r:id="rId14"/>
    <p:sldId id="1568" r:id="rId15"/>
    <p:sldId id="1570" r:id="rId16"/>
    <p:sldId id="1558" r:id="rId17"/>
    <p:sldId id="1554" r:id="rId18"/>
    <p:sldId id="1567" r:id="rId19"/>
    <p:sldId id="1571" r:id="rId20"/>
    <p:sldId id="1566" r:id="rId21"/>
    <p:sldId id="1569" r:id="rId2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0C04B401-AB5B-4CC3-BCD4-0907565926F3}">
          <p14:sldIdLst>
            <p14:sldId id="349"/>
            <p14:sldId id="1547"/>
            <p14:sldId id="1562"/>
            <p14:sldId id="1565"/>
            <p14:sldId id="1564"/>
            <p14:sldId id="1560"/>
            <p14:sldId id="1561"/>
            <p14:sldId id="1563"/>
            <p14:sldId id="1568"/>
            <p14:sldId id="1570"/>
            <p14:sldId id="1558"/>
            <p14:sldId id="1554"/>
            <p14:sldId id="1567"/>
          </p14:sldIdLst>
        </p14:section>
        <p14:section name="Annexe" id="{8D21C3C8-95AD-4E01-8550-D5EBAAC6EDAE}">
          <p14:sldIdLst>
            <p14:sldId id="1571"/>
          </p14:sldIdLst>
        </p14:section>
        <p14:section name="Annexe" id="{9BC1F6B9-D19C-4F66-B47D-43824F021C20}">
          <p14:sldIdLst>
            <p14:sldId id="1566"/>
            <p14:sldId id="1569"/>
          </p14:sldIdLst>
        </p14:section>
        <p14:section name="WIP" id="{D241315A-8BB6-4F33-AC00-638400520F9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A8D"/>
    <a:srgbClr val="548235"/>
    <a:srgbClr val="ED7D31"/>
    <a:srgbClr val="525252"/>
    <a:srgbClr val="A0C1F6"/>
    <a:srgbClr val="DEEBF7"/>
    <a:srgbClr val="43C5F3"/>
    <a:srgbClr val="BFEBFB"/>
    <a:srgbClr val="FFE080"/>
    <a:srgbClr val="80DA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235" autoAdjust="0"/>
    <p:restoredTop sz="94300" autoAdjust="0"/>
  </p:normalViewPr>
  <p:slideViewPr>
    <p:cSldViewPr snapToGrid="0">
      <p:cViewPr>
        <p:scale>
          <a:sx n="66" d="100"/>
          <a:sy n="66" d="100"/>
        </p:scale>
        <p:origin x="1644" y="978"/>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presProps" Target="presProps.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0B5261-C031-49F8-943A-CD006FB30A1D}" type="datetimeFigureOut">
              <a:rPr lang="fr-FR" smtClean="0"/>
              <a:t>01/09/2026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76AEA5-3059-4396-9AD5-377EBC490947}" type="slidenum">
              <a:rPr lang="fr-FR" smtClean="0"/>
              <a:t>‹N°›</a:t>
            </a:fld>
            <a:endParaRPr lang="fr-FR"/>
          </a:p>
        </p:txBody>
      </p:sp>
    </p:spTree>
    <p:extLst>
      <p:ext uri="{BB962C8B-B14F-4D97-AF65-F5344CB8AC3E}">
        <p14:creationId xmlns:p14="http://schemas.microsoft.com/office/powerpoint/2010/main" val="414317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fr-FR" sz="1200" dirty="0">
              <a:solidFill>
                <a:schemeClr val="tx1"/>
              </a:solidFill>
              <a:latin typeface="Segoe UI" panose="020B0502040204020203" pitchFamily="34" charset="0"/>
              <a:cs typeface="Segoe UI" panose="020B0502040204020203" pitchFamily="34" charset="0"/>
            </a:endParaRPr>
          </a:p>
        </p:txBody>
      </p:sp>
      <p:sp>
        <p:nvSpPr>
          <p:cNvPr id="4" name="Espace réservé du numéro de diapositive 3"/>
          <p:cNvSpPr>
            <a:spLocks noGrp="1"/>
          </p:cNvSpPr>
          <p:nvPr>
            <p:ph type="sldNum" sz="quarter" idx="5"/>
          </p:nvPr>
        </p:nvSpPr>
        <p:spPr/>
        <p:txBody>
          <a:bodyPr/>
          <a:lstStyle/>
          <a:p>
            <a:fld id="{7176AEA5-3059-4396-9AD5-377EBC490947}" type="slidenum">
              <a:rPr lang="fr-FR" smtClean="0"/>
              <a:t>2</a:t>
            </a:fld>
            <a:endParaRPr lang="fr-FR"/>
          </a:p>
        </p:txBody>
      </p:sp>
    </p:spTree>
    <p:extLst>
      <p:ext uri="{BB962C8B-B14F-4D97-AF65-F5344CB8AC3E}">
        <p14:creationId xmlns:p14="http://schemas.microsoft.com/office/powerpoint/2010/main" val="2939898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fr-FR" sz="1200" dirty="0">
              <a:solidFill>
                <a:schemeClr val="tx1"/>
              </a:solidFill>
              <a:latin typeface="Segoe UI" panose="020B0502040204020203" pitchFamily="34" charset="0"/>
              <a:cs typeface="Segoe UI" panose="020B0502040204020203" pitchFamily="34" charset="0"/>
            </a:endParaRPr>
          </a:p>
        </p:txBody>
      </p:sp>
      <p:sp>
        <p:nvSpPr>
          <p:cNvPr id="4" name="Espace réservé du numéro de diapositive 3"/>
          <p:cNvSpPr>
            <a:spLocks noGrp="1"/>
          </p:cNvSpPr>
          <p:nvPr>
            <p:ph type="sldNum" sz="quarter" idx="5"/>
          </p:nvPr>
        </p:nvSpPr>
        <p:spPr/>
        <p:txBody>
          <a:bodyPr/>
          <a:lstStyle/>
          <a:p>
            <a:fld id="{7176AEA5-3059-4396-9AD5-377EBC490947}" type="slidenum">
              <a:rPr lang="fr-FR" smtClean="0"/>
              <a:t>3</a:t>
            </a:fld>
            <a:endParaRPr lang="fr-FR"/>
          </a:p>
        </p:txBody>
      </p:sp>
    </p:spTree>
    <p:extLst>
      <p:ext uri="{BB962C8B-B14F-4D97-AF65-F5344CB8AC3E}">
        <p14:creationId xmlns:p14="http://schemas.microsoft.com/office/powerpoint/2010/main" val="2542951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indent="-171450">
              <a:buFont typeface="Symbol" panose="05050102010706020507" pitchFamily="18" charset="2"/>
              <a:buChar char="Þ"/>
            </a:pPr>
            <a:endParaRPr lang="fr-FR" dirty="0"/>
          </a:p>
        </p:txBody>
      </p:sp>
      <p:sp>
        <p:nvSpPr>
          <p:cNvPr id="4" name="Espace réservé du numéro de diapositive 3"/>
          <p:cNvSpPr>
            <a:spLocks noGrp="1"/>
          </p:cNvSpPr>
          <p:nvPr>
            <p:ph type="sldNum" sz="quarter" idx="5"/>
          </p:nvPr>
        </p:nvSpPr>
        <p:spPr/>
        <p:txBody>
          <a:bodyPr/>
          <a:lstStyle/>
          <a:p>
            <a:fld id="{7176AEA5-3059-4396-9AD5-377EBC490947}" type="slidenum">
              <a:rPr lang="fr-FR" smtClean="0"/>
              <a:t>4</a:t>
            </a:fld>
            <a:endParaRPr lang="fr-FR"/>
          </a:p>
        </p:txBody>
      </p:sp>
    </p:spTree>
    <p:extLst>
      <p:ext uri="{BB962C8B-B14F-4D97-AF65-F5344CB8AC3E}">
        <p14:creationId xmlns:p14="http://schemas.microsoft.com/office/powerpoint/2010/main" val="27837739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indent="-171450">
              <a:buFont typeface="Symbol" panose="05050102010706020507" pitchFamily="18" charset="2"/>
              <a:buChar char="Þ"/>
            </a:pPr>
            <a:endParaRPr lang="fr-FR" dirty="0"/>
          </a:p>
        </p:txBody>
      </p:sp>
      <p:sp>
        <p:nvSpPr>
          <p:cNvPr id="4" name="Espace réservé du numéro de diapositive 3"/>
          <p:cNvSpPr>
            <a:spLocks noGrp="1"/>
          </p:cNvSpPr>
          <p:nvPr>
            <p:ph type="sldNum" sz="quarter" idx="5"/>
          </p:nvPr>
        </p:nvSpPr>
        <p:spPr/>
        <p:txBody>
          <a:bodyPr/>
          <a:lstStyle/>
          <a:p>
            <a:fld id="{7176AEA5-3059-4396-9AD5-377EBC490947}" type="slidenum">
              <a:rPr lang="fr-FR" smtClean="0"/>
              <a:t>5</a:t>
            </a:fld>
            <a:endParaRPr lang="fr-FR"/>
          </a:p>
        </p:txBody>
      </p:sp>
    </p:spTree>
    <p:extLst>
      <p:ext uri="{BB962C8B-B14F-4D97-AF65-F5344CB8AC3E}">
        <p14:creationId xmlns:p14="http://schemas.microsoft.com/office/powerpoint/2010/main" val="32332360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indent="-171450">
              <a:buFont typeface="Symbol" panose="05050102010706020507" pitchFamily="18" charset="2"/>
              <a:buChar char="Þ"/>
            </a:pPr>
            <a:r>
              <a:rPr lang="fr-FR" dirty="0"/>
              <a:t>Si on fait une migration systématique : Le risque est liée à des </a:t>
            </a:r>
            <a:r>
              <a:rPr lang="fr-FR" dirty="0" err="1"/>
              <a:t>CWs</a:t>
            </a:r>
            <a:r>
              <a:rPr lang="fr-FR" dirty="0"/>
              <a:t> complexes. Ex : Dons, PAULA</a:t>
            </a:r>
          </a:p>
        </p:txBody>
      </p:sp>
      <p:sp>
        <p:nvSpPr>
          <p:cNvPr id="4" name="Espace réservé du numéro de diapositive 3"/>
          <p:cNvSpPr>
            <a:spLocks noGrp="1"/>
          </p:cNvSpPr>
          <p:nvPr>
            <p:ph type="sldNum" sz="quarter" idx="5"/>
          </p:nvPr>
        </p:nvSpPr>
        <p:spPr/>
        <p:txBody>
          <a:bodyPr/>
          <a:lstStyle/>
          <a:p>
            <a:fld id="{7176AEA5-3059-4396-9AD5-377EBC490947}" type="slidenum">
              <a:rPr lang="fr-FR" smtClean="0"/>
              <a:t>6</a:t>
            </a:fld>
            <a:endParaRPr lang="fr-FR"/>
          </a:p>
        </p:txBody>
      </p:sp>
    </p:spTree>
    <p:extLst>
      <p:ext uri="{BB962C8B-B14F-4D97-AF65-F5344CB8AC3E}">
        <p14:creationId xmlns:p14="http://schemas.microsoft.com/office/powerpoint/2010/main" val="29777810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indent="-171450">
              <a:buFont typeface="Symbol" panose="05050102010706020507" pitchFamily="18" charset="2"/>
              <a:buChar char="Þ"/>
            </a:pPr>
            <a:endParaRPr lang="fr-FR" dirty="0"/>
          </a:p>
        </p:txBody>
      </p:sp>
      <p:sp>
        <p:nvSpPr>
          <p:cNvPr id="4" name="Espace réservé du numéro de diapositive 3"/>
          <p:cNvSpPr>
            <a:spLocks noGrp="1"/>
          </p:cNvSpPr>
          <p:nvPr>
            <p:ph type="sldNum" sz="quarter" idx="5"/>
          </p:nvPr>
        </p:nvSpPr>
        <p:spPr/>
        <p:txBody>
          <a:bodyPr/>
          <a:lstStyle/>
          <a:p>
            <a:fld id="{7176AEA5-3059-4396-9AD5-377EBC490947}" type="slidenum">
              <a:rPr lang="fr-FR" smtClean="0"/>
              <a:t>7</a:t>
            </a:fld>
            <a:endParaRPr lang="fr-FR"/>
          </a:p>
        </p:txBody>
      </p:sp>
    </p:spTree>
    <p:extLst>
      <p:ext uri="{BB962C8B-B14F-4D97-AF65-F5344CB8AC3E}">
        <p14:creationId xmlns:p14="http://schemas.microsoft.com/office/powerpoint/2010/main" val="21053352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fr-FR" sz="1200" dirty="0">
              <a:solidFill>
                <a:schemeClr val="tx1"/>
              </a:solidFill>
              <a:latin typeface="Segoe UI" panose="020B0502040204020203" pitchFamily="34" charset="0"/>
              <a:cs typeface="Segoe UI" panose="020B0502040204020203" pitchFamily="34" charset="0"/>
            </a:endParaRPr>
          </a:p>
        </p:txBody>
      </p:sp>
      <p:sp>
        <p:nvSpPr>
          <p:cNvPr id="4" name="Espace réservé du numéro de diapositive 3"/>
          <p:cNvSpPr>
            <a:spLocks noGrp="1"/>
          </p:cNvSpPr>
          <p:nvPr>
            <p:ph type="sldNum" sz="quarter" idx="5"/>
          </p:nvPr>
        </p:nvSpPr>
        <p:spPr/>
        <p:txBody>
          <a:bodyPr/>
          <a:lstStyle/>
          <a:p>
            <a:fld id="{7176AEA5-3059-4396-9AD5-377EBC490947}" type="slidenum">
              <a:rPr lang="fr-FR" smtClean="0"/>
              <a:t>8</a:t>
            </a:fld>
            <a:endParaRPr lang="fr-FR"/>
          </a:p>
        </p:txBody>
      </p:sp>
    </p:spTree>
    <p:extLst>
      <p:ext uri="{BB962C8B-B14F-4D97-AF65-F5344CB8AC3E}">
        <p14:creationId xmlns:p14="http://schemas.microsoft.com/office/powerpoint/2010/main" val="8352553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sz="1200" dirty="0">
              <a:solidFill>
                <a:srgbClr val="0C4392"/>
              </a:solidFill>
              <a:highlight>
                <a:srgbClr val="FFFF00"/>
              </a:highlight>
              <a:latin typeface="Segoe UI" panose="020B0502040204020203" pitchFamily="34" charset="0"/>
              <a:cs typeface="Segoe UI" panose="020B0502040204020203" pitchFamily="34" charset="0"/>
            </a:endParaRPr>
          </a:p>
        </p:txBody>
      </p:sp>
      <p:sp>
        <p:nvSpPr>
          <p:cNvPr id="4" name="Espace réservé du numéro de diapositive 3"/>
          <p:cNvSpPr>
            <a:spLocks noGrp="1"/>
          </p:cNvSpPr>
          <p:nvPr>
            <p:ph type="sldNum" sz="quarter" idx="5"/>
          </p:nvPr>
        </p:nvSpPr>
        <p:spPr/>
        <p:txBody>
          <a:bodyPr/>
          <a:lstStyle/>
          <a:p>
            <a:fld id="{7176AEA5-3059-4396-9AD5-377EBC490947}" type="slidenum">
              <a:rPr lang="fr-FR" smtClean="0"/>
              <a:t>9</a:t>
            </a:fld>
            <a:endParaRPr lang="fr-FR"/>
          </a:p>
        </p:txBody>
      </p:sp>
    </p:spTree>
    <p:extLst>
      <p:ext uri="{BB962C8B-B14F-4D97-AF65-F5344CB8AC3E}">
        <p14:creationId xmlns:p14="http://schemas.microsoft.com/office/powerpoint/2010/main" val="5613314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sz="1200" dirty="0">
              <a:solidFill>
                <a:srgbClr val="0C4392"/>
              </a:solidFill>
              <a:highlight>
                <a:srgbClr val="FFFF00"/>
              </a:highlight>
              <a:latin typeface="Segoe UI" panose="020B0502040204020203" pitchFamily="34" charset="0"/>
              <a:cs typeface="Segoe UI" panose="020B0502040204020203" pitchFamily="34" charset="0"/>
            </a:endParaRPr>
          </a:p>
        </p:txBody>
      </p:sp>
      <p:sp>
        <p:nvSpPr>
          <p:cNvPr id="4" name="Espace réservé du numéro de diapositive 3"/>
          <p:cNvSpPr>
            <a:spLocks noGrp="1"/>
          </p:cNvSpPr>
          <p:nvPr>
            <p:ph type="sldNum" sz="quarter" idx="5"/>
          </p:nvPr>
        </p:nvSpPr>
        <p:spPr/>
        <p:txBody>
          <a:bodyPr/>
          <a:lstStyle/>
          <a:p>
            <a:fld id="{7176AEA5-3059-4396-9AD5-377EBC490947}" type="slidenum">
              <a:rPr lang="fr-FR" smtClean="0"/>
              <a:t>10</a:t>
            </a:fld>
            <a:endParaRPr lang="fr-FR"/>
          </a:p>
        </p:txBody>
      </p:sp>
    </p:spTree>
    <p:extLst>
      <p:ext uri="{BB962C8B-B14F-4D97-AF65-F5344CB8AC3E}">
        <p14:creationId xmlns:p14="http://schemas.microsoft.com/office/powerpoint/2010/main" val="33434005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7176AEA5-3059-4396-9AD5-377EBC490947}" type="slidenum">
              <a:rPr lang="fr-FR" smtClean="0"/>
              <a:t>12</a:t>
            </a:fld>
            <a:endParaRPr lang="fr-FR"/>
          </a:p>
        </p:txBody>
      </p:sp>
    </p:spTree>
    <p:extLst>
      <p:ext uri="{BB962C8B-B14F-4D97-AF65-F5344CB8AC3E}">
        <p14:creationId xmlns:p14="http://schemas.microsoft.com/office/powerpoint/2010/main" val="1901014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7176AEA5-3059-4396-9AD5-377EBC490947}" type="slidenum">
              <a:rPr lang="fr-FR" smtClean="0"/>
              <a:t>13</a:t>
            </a:fld>
            <a:endParaRPr lang="fr-FR"/>
          </a:p>
        </p:txBody>
      </p:sp>
    </p:spTree>
    <p:extLst>
      <p:ext uri="{BB962C8B-B14F-4D97-AF65-F5344CB8AC3E}">
        <p14:creationId xmlns:p14="http://schemas.microsoft.com/office/powerpoint/2010/main" val="10835236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indent="-171450">
              <a:buFont typeface="Symbol" panose="05050102010706020507" pitchFamily="18" charset="2"/>
              <a:buChar char="Þ"/>
            </a:pPr>
            <a:endParaRPr lang="fr-FR" dirty="0"/>
          </a:p>
        </p:txBody>
      </p:sp>
      <p:sp>
        <p:nvSpPr>
          <p:cNvPr id="4" name="Espace réservé du numéro de diapositive 3"/>
          <p:cNvSpPr>
            <a:spLocks noGrp="1"/>
          </p:cNvSpPr>
          <p:nvPr>
            <p:ph type="sldNum" sz="quarter" idx="5"/>
          </p:nvPr>
        </p:nvSpPr>
        <p:spPr/>
        <p:txBody>
          <a:bodyPr/>
          <a:lstStyle/>
          <a:p>
            <a:fld id="{7176AEA5-3059-4396-9AD5-377EBC490947}" type="slidenum">
              <a:rPr lang="fr-FR" smtClean="0"/>
              <a:t>15</a:t>
            </a:fld>
            <a:endParaRPr lang="fr-FR"/>
          </a:p>
        </p:txBody>
      </p:sp>
    </p:spTree>
    <p:extLst>
      <p:ext uri="{BB962C8B-B14F-4D97-AF65-F5344CB8AC3E}">
        <p14:creationId xmlns:p14="http://schemas.microsoft.com/office/powerpoint/2010/main" val="30688575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indent="-171450">
              <a:buFont typeface="Symbol" panose="05050102010706020507" pitchFamily="18" charset="2"/>
              <a:buChar char="Þ"/>
            </a:pPr>
            <a:endParaRPr lang="fr-FR" dirty="0"/>
          </a:p>
        </p:txBody>
      </p:sp>
      <p:sp>
        <p:nvSpPr>
          <p:cNvPr id="4" name="Espace réservé du numéro de diapositive 3"/>
          <p:cNvSpPr>
            <a:spLocks noGrp="1"/>
          </p:cNvSpPr>
          <p:nvPr>
            <p:ph type="sldNum" sz="quarter" idx="5"/>
          </p:nvPr>
        </p:nvSpPr>
        <p:spPr/>
        <p:txBody>
          <a:bodyPr/>
          <a:lstStyle/>
          <a:p>
            <a:fld id="{7176AEA5-3059-4396-9AD5-377EBC490947}" type="slidenum">
              <a:rPr lang="fr-FR" smtClean="0"/>
              <a:t>16</a:t>
            </a:fld>
            <a:endParaRPr lang="fr-FR"/>
          </a:p>
        </p:txBody>
      </p:sp>
    </p:spTree>
    <p:extLst>
      <p:ext uri="{BB962C8B-B14F-4D97-AF65-F5344CB8AC3E}">
        <p14:creationId xmlns:p14="http://schemas.microsoft.com/office/powerpoint/2010/main" val="37958220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image" Target="../media/image6.gif"/><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8.tif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12.png"/></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12.png"/></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4.tiff"/><Relationship Id="rId2" Type="http://schemas.openxmlformats.org/officeDocument/2006/relationships/image" Target="../media/image23.gif"/><Relationship Id="rId1" Type="http://schemas.openxmlformats.org/officeDocument/2006/relationships/slideMaster" Target="../slideMasters/slideMaster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tiff"/></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re principal">
    <p:spTree>
      <p:nvGrpSpPr>
        <p:cNvPr id="1" name=""/>
        <p:cNvGrpSpPr/>
        <p:nvPr/>
      </p:nvGrpSpPr>
      <p:grpSpPr>
        <a:xfrm>
          <a:off x="0" y="0"/>
          <a:ext cx="0" cy="0"/>
          <a:chOff x="0" y="0"/>
          <a:chExt cx="0" cy="0"/>
        </a:xfrm>
      </p:grpSpPr>
      <p:sp>
        <p:nvSpPr>
          <p:cNvPr id="7" name="Rectangle à coins arrondis 6"/>
          <p:cNvSpPr/>
          <p:nvPr userDrawn="1"/>
        </p:nvSpPr>
        <p:spPr>
          <a:xfrm>
            <a:off x="266700" y="190501"/>
            <a:ext cx="11658600" cy="5549900"/>
          </a:xfrm>
          <a:prstGeom prst="roundRect">
            <a:avLst>
              <a:gd name="adj" fmla="val 3479"/>
            </a:avLst>
          </a:prstGeom>
          <a:blipFill>
            <a:blip r:embed="rId2"/>
            <a:srcRect/>
            <a:stretch>
              <a:fillRect t="-1" b="-15312"/>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8" name="Rectangle à coins arrondis 7"/>
          <p:cNvSpPr/>
          <p:nvPr userDrawn="1"/>
        </p:nvSpPr>
        <p:spPr>
          <a:xfrm>
            <a:off x="266700" y="190501"/>
            <a:ext cx="11658600" cy="55499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2" name="Title 1"/>
          <p:cNvSpPr>
            <a:spLocks noGrp="1"/>
          </p:cNvSpPr>
          <p:nvPr>
            <p:ph type="ctrTitle"/>
          </p:nvPr>
        </p:nvSpPr>
        <p:spPr>
          <a:xfrm>
            <a:off x="4880008" y="1652564"/>
            <a:ext cx="5787992" cy="2145456"/>
          </a:xfrm>
          <a:prstGeom prst="rect">
            <a:avLst/>
          </a:prstGeom>
        </p:spPr>
        <p:txBody>
          <a:bodyPr anchor="b"/>
          <a:lstStyle>
            <a:lvl1pPr algn="l">
              <a:defRPr sz="6000">
                <a:solidFill>
                  <a:schemeClr val="bg1">
                    <a:lumMod val="95000"/>
                  </a:schemeClr>
                </a:solidFill>
              </a:defRPr>
            </a:lvl1pPr>
          </a:lstStyle>
          <a:p>
            <a:r>
              <a:rPr lang="fr-FR"/>
              <a:t>Modifiez le style du titre</a:t>
            </a:r>
            <a:endParaRPr lang="en-US" dirty="0"/>
          </a:p>
        </p:txBody>
      </p:sp>
      <p:sp>
        <p:nvSpPr>
          <p:cNvPr id="3" name="Subtitle 2"/>
          <p:cNvSpPr>
            <a:spLocks noGrp="1"/>
          </p:cNvSpPr>
          <p:nvPr>
            <p:ph type="subTitle" idx="1"/>
          </p:nvPr>
        </p:nvSpPr>
        <p:spPr>
          <a:xfrm>
            <a:off x="4880008" y="3969724"/>
            <a:ext cx="5787992" cy="1288076"/>
          </a:xfrm>
          <a:prstGeom prst="rect">
            <a:avLst/>
          </a:prstGeom>
        </p:spPr>
        <p:txBody>
          <a:bodyPr/>
          <a:lstStyle>
            <a:lvl1pPr marL="0" indent="0" algn="l">
              <a:buNone/>
              <a:defRPr sz="2400">
                <a:solidFill>
                  <a:schemeClr val="bg1">
                    <a:lumMod val="9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9" name="Rectangle 13"/>
          <p:cNvSpPr/>
          <p:nvPr userDrawn="1"/>
        </p:nvSpPr>
        <p:spPr>
          <a:xfrm>
            <a:off x="4880008" y="3858686"/>
            <a:ext cx="5375359" cy="45719"/>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pic>
        <p:nvPicPr>
          <p:cNvPr id="10" name="Imag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51995" y="5805721"/>
            <a:ext cx="1018605" cy="941409"/>
          </a:xfrm>
          <a:prstGeom prst="rect">
            <a:avLst/>
          </a:prstGeom>
        </p:spPr>
      </p:pic>
      <p:pic>
        <p:nvPicPr>
          <p:cNvPr id="11" name="Image 10"/>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23646" y="6349877"/>
            <a:ext cx="1509804" cy="189484"/>
          </a:xfrm>
          <a:prstGeom prst="rect">
            <a:avLst/>
          </a:prstGeom>
        </p:spPr>
      </p:pic>
      <p:pic>
        <p:nvPicPr>
          <p:cNvPr id="12" name="Image 11"/>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443107" y="6307272"/>
            <a:ext cx="531475" cy="274695"/>
          </a:xfrm>
          <a:prstGeom prst="rect">
            <a:avLst/>
          </a:prstGeom>
        </p:spPr>
      </p:pic>
    </p:spTree>
    <p:extLst>
      <p:ext uri="{BB962C8B-B14F-4D97-AF65-F5344CB8AC3E}">
        <p14:creationId xmlns:p14="http://schemas.microsoft.com/office/powerpoint/2010/main" val="38086828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bg>
      <p:bgPr>
        <a:solidFill>
          <a:srgbClr val="003A8D"/>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1" name="Espace réservé du pied de page 4"/>
          <p:cNvSpPr>
            <a:spLocks noGrp="1"/>
          </p:cNvSpPr>
          <p:nvPr>
            <p:ph type="ftr" sz="quarter" idx="11"/>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&lt;Nom du document-Classification : Interne (par défaut) /Public/Confidentiel&gt; (titre modifiable via l’onglet INSERTION puis En-tête/Pied)</a:t>
            </a:r>
            <a:endParaRPr lang="fr-FR" dirty="0"/>
          </a:p>
        </p:txBody>
      </p:sp>
      <p:sp>
        <p:nvSpPr>
          <p:cNvPr id="22"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grpSp>
        <p:nvGrpSpPr>
          <p:cNvPr id="17" name="Groupe 16"/>
          <p:cNvGrpSpPr/>
          <p:nvPr userDrawn="1"/>
        </p:nvGrpSpPr>
        <p:grpSpPr>
          <a:xfrm>
            <a:off x="62153"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1" y="1480874"/>
            <a:ext cx="1103153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1" y="868902"/>
            <a:ext cx="11031538" cy="352957"/>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1616800984"/>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et contenu (PIP)">
    <p:bg>
      <p:bgPr>
        <a:solidFill>
          <a:srgbClr val="003A8D"/>
        </a:solidFill>
        <a:effectLst/>
      </p:bgPr>
    </p:bg>
    <p:spTree>
      <p:nvGrpSpPr>
        <p:cNvPr id="1" name=""/>
        <p:cNvGrpSpPr/>
        <p:nvPr/>
      </p:nvGrpSpPr>
      <p:grpSpPr>
        <a:xfrm>
          <a:off x="0" y="0"/>
          <a:ext cx="0" cy="0"/>
          <a:chOff x="0" y="0"/>
          <a:chExt cx="0" cy="0"/>
        </a:xfrm>
      </p:grpSpPr>
      <p:sp>
        <p:nvSpPr>
          <p:cNvPr id="15" name="Rectangle 14"/>
          <p:cNvSpPr/>
          <p:nvPr userDrawn="1"/>
        </p:nvSpPr>
        <p:spPr>
          <a:xfrm>
            <a:off x="8700672" y="4884852"/>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tx1">
                    <a:lumMod val="85000"/>
                    <a:lumOff val="15000"/>
                  </a:schemeClr>
                </a:solidFill>
              </a:rPr>
              <a:t>ZONE PIP</a:t>
            </a:r>
          </a:p>
        </p:txBody>
      </p:sp>
      <p:sp>
        <p:nvSpPr>
          <p:cNvPr id="21" name="Espace réservé du pied de page 4"/>
          <p:cNvSpPr>
            <a:spLocks noGrp="1"/>
          </p:cNvSpPr>
          <p:nvPr>
            <p:ph type="ftr" sz="quarter" idx="11"/>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&lt;Nom du document-Classification : Interne (par défaut) /Public/Confidentiel&gt; (titre modifiable via l’onglet INSERTION puis En-tête/Pied)</a:t>
            </a:r>
            <a:endParaRPr lang="fr-FR" dirty="0"/>
          </a:p>
        </p:txBody>
      </p:sp>
      <p:sp>
        <p:nvSpPr>
          <p:cNvPr id="22"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grpSp>
        <p:nvGrpSpPr>
          <p:cNvPr id="17" name="Groupe 16"/>
          <p:cNvGrpSpPr/>
          <p:nvPr userDrawn="1"/>
        </p:nvGrpSpPr>
        <p:grpSpPr>
          <a:xfrm>
            <a:off x="62153" y="6153414"/>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23" name="Image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texte 3"/>
          <p:cNvSpPr>
            <a:spLocks noGrp="1"/>
          </p:cNvSpPr>
          <p:nvPr>
            <p:ph type="body" sz="quarter" idx="13"/>
          </p:nvPr>
        </p:nvSpPr>
        <p:spPr>
          <a:xfrm>
            <a:off x="821531" y="1480874"/>
            <a:ext cx="1103153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4"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5"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589686895"/>
      </p:ext>
    </p:extLst>
  </p:cSld>
  <p:clrMapOvr>
    <a:masterClrMapping/>
  </p:clrMapOvr>
  <p:extLst>
    <p:ext uri="{DCECCB84-F9BA-43D5-87BE-67443E8EF086}">
      <p15:sldGuideLst xmlns:p15="http://schemas.microsoft.com/office/powerpoint/2012/main">
        <p15:guide id="1" orient="horz" pos="102">
          <p15:clr>
            <a:srgbClr val="FBAE40"/>
          </p15:clr>
        </p15:guide>
        <p15:guide id="2" pos="1035">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contenu 2 colonnes">
    <p:bg>
      <p:bgPr>
        <a:solidFill>
          <a:srgbClr val="003A8D"/>
        </a:solidFill>
        <a:effectLst/>
      </p:bgPr>
    </p:bg>
    <p:spTree>
      <p:nvGrpSpPr>
        <p:cNvPr id="1" name=""/>
        <p:cNvGrpSpPr/>
        <p:nvPr/>
      </p:nvGrpSpPr>
      <p:grpSpPr>
        <a:xfrm>
          <a:off x="0" y="0"/>
          <a:ext cx="0" cy="0"/>
          <a:chOff x="0" y="0"/>
          <a:chExt cx="0" cy="0"/>
        </a:xfrm>
      </p:grpSpPr>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15600"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document-Classification : Interne (par défaut) /Public/Confidentiel&gt; (titre modifiable via l’onglet INSERTION puis En-tête/Pied)</a:t>
            </a:r>
            <a:endParaRPr lang="fr-FR" dirty="0"/>
          </a:p>
        </p:txBody>
      </p:sp>
      <p:sp>
        <p:nvSpPr>
          <p:cNvPr id="18"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0"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1"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12" name="Espace réservé du texte 3"/>
          <p:cNvSpPr>
            <a:spLocks noGrp="1"/>
          </p:cNvSpPr>
          <p:nvPr>
            <p:ph type="body" sz="quarter" idx="13"/>
          </p:nvPr>
        </p:nvSpPr>
        <p:spPr>
          <a:xfrm>
            <a:off x="821532" y="1480874"/>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2" name="Espace réservé du texte 3"/>
          <p:cNvSpPr>
            <a:spLocks noGrp="1"/>
          </p:cNvSpPr>
          <p:nvPr>
            <p:ph type="body" sz="quarter" idx="15"/>
          </p:nvPr>
        </p:nvSpPr>
        <p:spPr>
          <a:xfrm>
            <a:off x="6477001" y="1480874"/>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2139469002"/>
      </p:ext>
    </p:extLst>
  </p:cSld>
  <p:clrMapOvr>
    <a:masterClrMapping/>
  </p:clrMapOvr>
  <p:extLst>
    <p:ext uri="{DCECCB84-F9BA-43D5-87BE-67443E8EF086}">
      <p15:sldGuideLst xmlns:p15="http://schemas.microsoft.com/office/powerpoint/2012/main">
        <p15:guide id="1" orient="horz" pos="4456">
          <p15:clr>
            <a:srgbClr val="FBAE40"/>
          </p15:clr>
        </p15:guide>
        <p15:guide id="2" pos="76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contenu 2 colonnes (PIP)">
    <p:bg>
      <p:bgPr>
        <a:solidFill>
          <a:srgbClr val="003A8D"/>
        </a:solidFill>
        <a:effectLst/>
      </p:bgPr>
    </p:bg>
    <p:spTree>
      <p:nvGrpSpPr>
        <p:cNvPr id="1" name=""/>
        <p:cNvGrpSpPr/>
        <p:nvPr/>
      </p:nvGrpSpPr>
      <p:grpSpPr>
        <a:xfrm>
          <a:off x="0" y="0"/>
          <a:ext cx="0" cy="0"/>
          <a:chOff x="0" y="0"/>
          <a:chExt cx="0" cy="0"/>
        </a:xfrm>
      </p:grpSpPr>
      <p:sp>
        <p:nvSpPr>
          <p:cNvPr id="12" name="Rectangle 11"/>
          <p:cNvSpPr/>
          <p:nvPr userDrawn="1"/>
        </p:nvSpPr>
        <p:spPr>
          <a:xfrm>
            <a:off x="8700672" y="4884852"/>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tx1">
                    <a:lumMod val="85000"/>
                    <a:lumOff val="15000"/>
                  </a:schemeClr>
                </a:solidFill>
              </a:rPr>
              <a:t>ZONE PIP</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document-Classification : Interne (par défaut) /Public/Confidentiel&gt; (titre modifiable via l’onglet INSERTION puis En-tête/Pied)</a:t>
            </a:r>
            <a:endParaRPr lang="fr-FR" dirty="0"/>
          </a:p>
        </p:txBody>
      </p:sp>
      <p:sp>
        <p:nvSpPr>
          <p:cNvPr id="18"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16" name="Espace réservé du texte 5"/>
          <p:cNvSpPr>
            <a:spLocks noGrp="1"/>
          </p:cNvSpPr>
          <p:nvPr>
            <p:ph type="body" sz="quarter" idx="15"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20" name="Espace réservé du texte 3"/>
          <p:cNvSpPr>
            <a:spLocks noGrp="1"/>
          </p:cNvSpPr>
          <p:nvPr>
            <p:ph type="body" sz="quarter" idx="13"/>
          </p:nvPr>
        </p:nvSpPr>
        <p:spPr>
          <a:xfrm>
            <a:off x="821532" y="1480874"/>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3" name="Espace réservé du texte 3"/>
          <p:cNvSpPr>
            <a:spLocks noGrp="1"/>
          </p:cNvSpPr>
          <p:nvPr>
            <p:ph type="body" sz="quarter" idx="16"/>
          </p:nvPr>
        </p:nvSpPr>
        <p:spPr>
          <a:xfrm>
            <a:off x="6477001" y="1480874"/>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3670587996"/>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0" y="1239414"/>
            <a:ext cx="11946467" cy="2168419"/>
          </a:xfrm>
          <a:prstGeom prst="rect">
            <a:avLst/>
          </a:prstGeom>
        </p:spPr>
        <p:txBody>
          <a:bodyPr/>
          <a:lstStyle/>
          <a:p>
            <a:r>
              <a:rPr lang="fr-FR"/>
              <a:t>Cliquez sur l'icône pour ajouter une image</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document-Classification : Interne (par défaut) /Public/Confidentiel&gt; (titre modifiable via l’onglet INSERTION puis En-tête/Pied)</a:t>
            </a:r>
            <a:endParaRPr lang="fr-FR" dirty="0"/>
          </a:p>
        </p:txBody>
      </p:sp>
      <p:sp>
        <p:nvSpPr>
          <p:cNvPr id="18"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6" name="Espace réservé du texte 5"/>
          <p:cNvSpPr>
            <a:spLocks noGrp="1"/>
          </p:cNvSpPr>
          <p:nvPr>
            <p:ph type="body" sz="quarter" idx="18"/>
          </p:nvPr>
        </p:nvSpPr>
        <p:spPr>
          <a:xfrm>
            <a:off x="911225" y="3515518"/>
            <a:ext cx="10933641"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3822265566"/>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contenu et image centrale (PIP)">
    <p:bg>
      <p:bgPr>
        <a:solidFill>
          <a:srgbClr val="003A8D"/>
        </a:solidFill>
        <a:effectLst/>
      </p:bgPr>
    </p:bg>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0" y="1239414"/>
            <a:ext cx="11946467" cy="2168419"/>
          </a:xfrm>
          <a:prstGeom prst="rect">
            <a:avLst/>
          </a:prstGeom>
        </p:spPr>
        <p:txBody>
          <a:bodyPr/>
          <a:lstStyle/>
          <a:p>
            <a:r>
              <a:rPr lang="fr-FR"/>
              <a:t>Cliquez sur l'icône pour ajouter une image</a:t>
            </a:r>
          </a:p>
        </p:txBody>
      </p:sp>
      <p:sp>
        <p:nvSpPr>
          <p:cNvPr id="12" name="Rectangle 11"/>
          <p:cNvSpPr/>
          <p:nvPr userDrawn="1"/>
        </p:nvSpPr>
        <p:spPr>
          <a:xfrm>
            <a:off x="8700672" y="4884852"/>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tx1">
                    <a:lumMod val="85000"/>
                    <a:lumOff val="15000"/>
                  </a:schemeClr>
                </a:solidFill>
              </a:rPr>
              <a:t>ZONE PIP</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9" name="Imag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07133"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document-Classification : Interne (par défaut) /Public/Confidentiel&gt; (titre modifiable via l’onglet INSERTION puis En-tête/Pied)</a:t>
            </a:r>
            <a:endParaRPr lang="fr-FR" dirty="0"/>
          </a:p>
        </p:txBody>
      </p:sp>
      <p:sp>
        <p:nvSpPr>
          <p:cNvPr id="18"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6" name="Espace réservé du texte 5"/>
          <p:cNvSpPr>
            <a:spLocks noGrp="1"/>
          </p:cNvSpPr>
          <p:nvPr>
            <p:ph type="body" sz="quarter" idx="18"/>
          </p:nvPr>
        </p:nvSpPr>
        <p:spPr>
          <a:xfrm>
            <a:off x="911225" y="3515518"/>
            <a:ext cx="10941844"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2"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3403478319"/>
      </p:ext>
    </p:extLst>
  </p:cSld>
  <p:clrMapOvr>
    <a:masterClrMapping/>
  </p:clrMapOvr>
  <p:extLst>
    <p:ext uri="{DCECCB84-F9BA-43D5-87BE-67443E8EF086}">
      <p15:sldGuideLst xmlns:p15="http://schemas.microsoft.com/office/powerpoint/2012/main">
        <p15:guide id="1" orient="horz" pos="4365">
          <p15:clr>
            <a:srgbClr val="FBAE40"/>
          </p15:clr>
        </p15:guide>
        <p15:guide id="2" pos="11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
    <p:bg>
      <p:bgPr>
        <a:solidFill>
          <a:srgbClr val="003A8D"/>
        </a:solidFill>
        <a:effectLst/>
      </p:bgPr>
    </p:bg>
    <p:spTree>
      <p:nvGrpSpPr>
        <p:cNvPr id="1" name=""/>
        <p:cNvGrpSpPr/>
        <p:nvPr/>
      </p:nvGrpSpPr>
      <p:grpSpPr>
        <a:xfrm>
          <a:off x="0" y="0"/>
          <a:ext cx="0" cy="0"/>
          <a:chOff x="0" y="0"/>
          <a:chExt cx="0" cy="0"/>
        </a:xfrm>
      </p:grpSpPr>
      <p:grpSp>
        <p:nvGrpSpPr>
          <p:cNvPr id="16" name="Groupe 15"/>
          <p:cNvGrpSpPr/>
          <p:nvPr userDrawn="1"/>
        </p:nvGrpSpPr>
        <p:grpSpPr>
          <a:xfrm>
            <a:off x="62153" y="6153414"/>
            <a:ext cx="630000" cy="630000"/>
            <a:chOff x="11254317" y="5942649"/>
            <a:chExt cx="630000" cy="630000"/>
          </a:xfrm>
        </p:grpSpPr>
        <p:sp>
          <p:nvSpPr>
            <p:cNvPr id="17"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20" name="Espace réservé pour une image  19"/>
          <p:cNvSpPr>
            <a:spLocks noGrp="1"/>
          </p:cNvSpPr>
          <p:nvPr>
            <p:ph type="pic" sz="quarter" idx="17"/>
          </p:nvPr>
        </p:nvSpPr>
        <p:spPr>
          <a:xfrm>
            <a:off x="127000" y="111125"/>
            <a:ext cx="4256882" cy="6629957"/>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23"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24" name="Espace réservé du pied de page 4"/>
          <p:cNvSpPr>
            <a:spLocks noGrp="1"/>
          </p:cNvSpPr>
          <p:nvPr>
            <p:ph type="ftr" sz="quarter" idx="11"/>
          </p:nvPr>
        </p:nvSpPr>
        <p:spPr>
          <a:xfrm>
            <a:off x="4648200" y="6443131"/>
            <a:ext cx="7196667" cy="225426"/>
          </a:xfrm>
          <a:prstGeom prst="rect">
            <a:avLst/>
          </a:prstGeom>
        </p:spPr>
        <p:txBody>
          <a:bodyPr anchor="ctr"/>
          <a:lstStyle>
            <a:lvl1pPr algn="l">
              <a:defRPr sz="900" spc="150">
                <a:solidFill>
                  <a:srgbClr val="003A8D"/>
                </a:solidFill>
                <a:latin typeface="Segoe UI" panose="020B0502040204020203" pitchFamily="34" charset="0"/>
                <a:cs typeface="Segoe UI" panose="020B0502040204020203" pitchFamily="34" charset="0"/>
              </a:defRPr>
            </a:lvl1pPr>
          </a:lstStyle>
          <a:p>
            <a:r>
              <a:rPr lang="fr-FR"/>
              <a:t>&lt;Nom du document-Classification : Interne (par défaut) /Public/Confidentiel&gt; (titre modifiable via l’onglet INSERTION puis En-tête/Pied)</a:t>
            </a:r>
            <a:endParaRPr lang="fr-FR" dirty="0"/>
          </a:p>
        </p:txBody>
      </p:sp>
      <p:sp>
        <p:nvSpPr>
          <p:cNvPr id="12" name="Espace réservé du texte 3"/>
          <p:cNvSpPr>
            <a:spLocks noGrp="1"/>
          </p:cNvSpPr>
          <p:nvPr>
            <p:ph type="body" sz="quarter" idx="13"/>
          </p:nvPr>
        </p:nvSpPr>
        <p:spPr>
          <a:xfrm>
            <a:off x="4648200" y="1559425"/>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5" name="Espace réservé du texte 5"/>
          <p:cNvSpPr>
            <a:spLocks noGrp="1"/>
          </p:cNvSpPr>
          <p:nvPr>
            <p:ph type="body" sz="quarter" idx="18" hasCustomPrompt="1"/>
          </p:nvPr>
        </p:nvSpPr>
        <p:spPr>
          <a:xfrm>
            <a:off x="4638399" y="868902"/>
            <a:ext cx="7214670"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
        <p:nvSpPr>
          <p:cNvPr id="26" name="Titre 1"/>
          <p:cNvSpPr>
            <a:spLocks noGrp="1"/>
          </p:cNvSpPr>
          <p:nvPr>
            <p:ph type="title"/>
          </p:nvPr>
        </p:nvSpPr>
        <p:spPr>
          <a:xfrm>
            <a:off x="4648200" y="295013"/>
            <a:ext cx="7205134"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Tree>
    <p:extLst>
      <p:ext uri="{BB962C8B-B14F-4D97-AF65-F5344CB8AC3E}">
        <p14:creationId xmlns:p14="http://schemas.microsoft.com/office/powerpoint/2010/main" val="1401418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contenu et image à gauche (PIP)">
    <p:bg>
      <p:bgPr>
        <a:solidFill>
          <a:srgbClr val="003A8D"/>
        </a:solidFill>
        <a:effectLst/>
      </p:bgPr>
    </p:bg>
    <p:spTree>
      <p:nvGrpSpPr>
        <p:cNvPr id="1" name=""/>
        <p:cNvGrpSpPr/>
        <p:nvPr/>
      </p:nvGrpSpPr>
      <p:grpSpPr>
        <a:xfrm>
          <a:off x="0" y="0"/>
          <a:ext cx="0" cy="0"/>
          <a:chOff x="0" y="0"/>
          <a:chExt cx="0" cy="0"/>
        </a:xfrm>
      </p:grpSpPr>
      <p:sp>
        <p:nvSpPr>
          <p:cNvPr id="19" name="Rectangle 18"/>
          <p:cNvSpPr/>
          <p:nvPr userDrawn="1"/>
        </p:nvSpPr>
        <p:spPr>
          <a:xfrm>
            <a:off x="8700672" y="4884852"/>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tx1">
                    <a:lumMod val="85000"/>
                    <a:lumOff val="15000"/>
                  </a:schemeClr>
                </a:solidFill>
              </a:rPr>
              <a:t>ZONE PIP</a:t>
            </a:r>
          </a:p>
        </p:txBody>
      </p:sp>
      <p:grpSp>
        <p:nvGrpSpPr>
          <p:cNvPr id="35" name="Groupe 34"/>
          <p:cNvGrpSpPr/>
          <p:nvPr userDrawn="1"/>
        </p:nvGrpSpPr>
        <p:grpSpPr>
          <a:xfrm>
            <a:off x="62153" y="6153414"/>
            <a:ext cx="630000" cy="630000"/>
            <a:chOff x="11254317" y="5942649"/>
            <a:chExt cx="630000" cy="630000"/>
          </a:xfrm>
        </p:grpSpPr>
        <p:sp>
          <p:nvSpPr>
            <p:cNvPr id="36"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37" name="Image 3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54" name="Espace réservé pour une image  53"/>
          <p:cNvSpPr>
            <a:spLocks noGrp="1"/>
          </p:cNvSpPr>
          <p:nvPr>
            <p:ph type="pic" sz="quarter" idx="17"/>
          </p:nvPr>
        </p:nvSpPr>
        <p:spPr>
          <a:xfrm>
            <a:off x="127000" y="111125"/>
            <a:ext cx="4256882" cy="6629957"/>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55"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chemeClr val="bg1">
                    <a:lumMod val="50000"/>
                  </a:schemeClr>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56" name="Espace réservé du pied de page 4"/>
          <p:cNvSpPr>
            <a:spLocks noGrp="1"/>
          </p:cNvSpPr>
          <p:nvPr>
            <p:ph type="ftr" sz="quarter" idx="11"/>
          </p:nvPr>
        </p:nvSpPr>
        <p:spPr>
          <a:xfrm>
            <a:off x="4648200" y="6443131"/>
            <a:ext cx="7264401" cy="225426"/>
          </a:xfrm>
          <a:prstGeom prst="rect">
            <a:avLst/>
          </a:prstGeom>
        </p:spPr>
        <p:txBody>
          <a:bodyPr anchor="ctr"/>
          <a:lstStyle>
            <a:lvl1pPr algn="l">
              <a:defRPr sz="900" spc="150">
                <a:solidFill>
                  <a:srgbClr val="003A8D"/>
                </a:solidFill>
                <a:latin typeface="Segoe UI" panose="020B0502040204020203" pitchFamily="34" charset="0"/>
                <a:cs typeface="Segoe UI" panose="020B0502040204020203" pitchFamily="34" charset="0"/>
              </a:defRPr>
            </a:lvl1pPr>
          </a:lstStyle>
          <a:p>
            <a:r>
              <a:rPr lang="fr-FR"/>
              <a:t>&lt;Nom du document-Classification : Interne (par défaut) /Public/Confidentiel&gt; (titre modifiable via l’onglet INSERTION puis En-tête/Pied)</a:t>
            </a:r>
            <a:endParaRPr lang="fr-FR" dirty="0"/>
          </a:p>
        </p:txBody>
      </p:sp>
      <p:sp>
        <p:nvSpPr>
          <p:cNvPr id="16" name="Espace réservé du texte 3"/>
          <p:cNvSpPr>
            <a:spLocks noGrp="1"/>
          </p:cNvSpPr>
          <p:nvPr>
            <p:ph type="body" sz="quarter" idx="13"/>
          </p:nvPr>
        </p:nvSpPr>
        <p:spPr>
          <a:xfrm>
            <a:off x="4648200" y="1559425"/>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18" name="Titre 1"/>
          <p:cNvSpPr>
            <a:spLocks noGrp="1"/>
          </p:cNvSpPr>
          <p:nvPr>
            <p:ph type="title"/>
          </p:nvPr>
        </p:nvSpPr>
        <p:spPr>
          <a:xfrm>
            <a:off x="4648200" y="295013"/>
            <a:ext cx="7205134"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21" name="Espace réservé du texte 5"/>
          <p:cNvSpPr>
            <a:spLocks noGrp="1"/>
          </p:cNvSpPr>
          <p:nvPr>
            <p:ph type="body" sz="quarter" idx="14" hasCustomPrompt="1"/>
          </p:nvPr>
        </p:nvSpPr>
        <p:spPr>
          <a:xfrm>
            <a:off x="4638399" y="868902"/>
            <a:ext cx="7214670"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548552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re et vide">
    <p:bg>
      <p:bgPr>
        <a:solidFill>
          <a:srgbClr val="003A8D"/>
        </a:solidFill>
        <a:effectLst/>
      </p:bgPr>
    </p:bg>
    <p:spTree>
      <p:nvGrpSpPr>
        <p:cNvPr id="1" name=""/>
        <p:cNvGrpSpPr/>
        <p:nvPr/>
      </p:nvGrpSpPr>
      <p:grpSpPr>
        <a:xfrm>
          <a:off x="0" y="0"/>
          <a:ext cx="0" cy="0"/>
          <a:chOff x="0" y="0"/>
          <a:chExt cx="0" cy="0"/>
        </a:xfrm>
      </p:grpSpPr>
      <p:grpSp>
        <p:nvGrpSpPr>
          <p:cNvPr id="13" name="Groupe 12"/>
          <p:cNvGrpSpPr/>
          <p:nvPr userDrawn="1"/>
        </p:nvGrpSpPr>
        <p:grpSpPr>
          <a:xfrm>
            <a:off x="62153" y="6153414"/>
            <a:ext cx="630000" cy="630000"/>
            <a:chOff x="11254317" y="5942649"/>
            <a:chExt cx="630000" cy="630000"/>
          </a:xfrm>
        </p:grpSpPr>
        <p:sp>
          <p:nvSpPr>
            <p:cNvPr id="14"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18" name="Imag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9" name="Espace réservé du pied de page 4"/>
          <p:cNvSpPr>
            <a:spLocks noGrp="1"/>
          </p:cNvSpPr>
          <p:nvPr>
            <p:ph type="ftr" sz="quarter" idx="11"/>
          </p:nvPr>
        </p:nvSpPr>
        <p:spPr>
          <a:xfrm>
            <a:off x="1337733" y="6443131"/>
            <a:ext cx="10515601" cy="225426"/>
          </a:xfrm>
          <a:prstGeom prst="rect">
            <a:avLst/>
          </a:prstGeom>
        </p:spPr>
        <p:txBody>
          <a:bodyPr anchor="ctr"/>
          <a:lstStyle>
            <a:lvl1pPr>
              <a:defRPr sz="900" spc="150">
                <a:solidFill>
                  <a:srgbClr val="003A8D"/>
                </a:solidFill>
                <a:latin typeface="Segoe UI" panose="020B0502040204020203" pitchFamily="34" charset="0"/>
                <a:cs typeface="Segoe UI" panose="020B0502040204020203" pitchFamily="34" charset="0"/>
              </a:defRPr>
            </a:lvl1pPr>
          </a:lstStyle>
          <a:p>
            <a:pPr algn="ctr"/>
            <a:r>
              <a:rPr lang="fr-FR"/>
              <a:t>&lt;Nom du document-Classification : Interne (par défaut) /Public/Confidentiel&gt; (titre modifiable via l’onglet INSERTION puis En-tête/Pied)</a:t>
            </a:r>
            <a:endParaRPr lang="fr-FR" dirty="0"/>
          </a:p>
        </p:txBody>
      </p:sp>
      <p:sp>
        <p:nvSpPr>
          <p:cNvPr id="20"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11"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16"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1399711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et vide (PIP)">
    <p:bg>
      <p:bgPr>
        <a:solidFill>
          <a:srgbClr val="003A8D"/>
        </a:solidFill>
        <a:effectLst/>
      </p:bgPr>
    </p:bg>
    <p:spTree>
      <p:nvGrpSpPr>
        <p:cNvPr id="1" name=""/>
        <p:cNvGrpSpPr/>
        <p:nvPr/>
      </p:nvGrpSpPr>
      <p:grpSpPr>
        <a:xfrm>
          <a:off x="0" y="0"/>
          <a:ext cx="0" cy="0"/>
          <a:chOff x="0" y="0"/>
          <a:chExt cx="0" cy="0"/>
        </a:xfrm>
      </p:grpSpPr>
      <p:sp>
        <p:nvSpPr>
          <p:cNvPr id="9" name="Rectangle 8"/>
          <p:cNvSpPr/>
          <p:nvPr userDrawn="1"/>
        </p:nvSpPr>
        <p:spPr>
          <a:xfrm>
            <a:off x="8700672" y="4884852"/>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dirty="0">
                <a:solidFill>
                  <a:schemeClr val="tx1">
                    <a:lumMod val="85000"/>
                    <a:lumOff val="15000"/>
                  </a:schemeClr>
                </a:solidFill>
              </a:rPr>
              <a:t>ZONE PIP</a:t>
            </a:r>
          </a:p>
        </p:txBody>
      </p:sp>
      <p:grpSp>
        <p:nvGrpSpPr>
          <p:cNvPr id="14" name="Groupe 13"/>
          <p:cNvGrpSpPr/>
          <p:nvPr userDrawn="1"/>
        </p:nvGrpSpPr>
        <p:grpSpPr>
          <a:xfrm>
            <a:off x="62153" y="6153414"/>
            <a:ext cx="630000" cy="630000"/>
            <a:chOff x="11254317" y="5942649"/>
            <a:chExt cx="630000" cy="630000"/>
          </a:xfrm>
        </p:grpSpPr>
        <p:sp>
          <p:nvSpPr>
            <p:cNvPr id="15"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0" dirty="0"/>
            </a:p>
          </p:txBody>
        </p:sp>
        <p:pic>
          <p:nvPicPr>
            <p:cNvPr id="20" name="Image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1"/>
            <a:ext cx="10521000" cy="225426"/>
          </a:xfrm>
          <a:prstGeom prst="rect">
            <a:avLst/>
          </a:prstGeom>
        </p:spPr>
        <p:txBody>
          <a:bodyPr anchor="ctr"/>
          <a:lstStyle>
            <a:lvl1pPr>
              <a:defRPr lang="fr-FR" sz="900" kern="1200" spc="150" dirty="0" smtClean="0">
                <a:solidFill>
                  <a:srgbClr val="003A8D"/>
                </a:solidFill>
                <a:latin typeface="Segoe UI" panose="020B0502040204020203" pitchFamily="34" charset="0"/>
                <a:ea typeface="+mn-ea"/>
                <a:cs typeface="Segoe UI" panose="020B0502040204020203" pitchFamily="34" charset="0"/>
              </a:defRPr>
            </a:lvl1pPr>
          </a:lstStyle>
          <a:p>
            <a:pPr algn="ctr"/>
            <a:r>
              <a:rPr lang="fr-FR"/>
              <a:t>&lt;Nom du document-Classification : Interne (par défaut) /Public/Confidentiel&gt; (titre modifiable via l’onglet INSERTION puis En-tête/Pied)</a:t>
            </a:r>
            <a:endParaRPr lang="fr-FR" dirty="0"/>
          </a:p>
        </p:txBody>
      </p:sp>
      <p:sp>
        <p:nvSpPr>
          <p:cNvPr id="21" name="Espace réservé du numéro de diapositive 5"/>
          <p:cNvSpPr>
            <a:spLocks noGrp="1"/>
          </p:cNvSpPr>
          <p:nvPr>
            <p:ph type="sldNum" sz="quarter" idx="12"/>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dirty="0"/>
          </a:p>
        </p:txBody>
      </p:sp>
      <p:sp>
        <p:nvSpPr>
          <p:cNvPr id="13" name="Titre 1"/>
          <p:cNvSpPr>
            <a:spLocks noGrp="1"/>
          </p:cNvSpPr>
          <p:nvPr>
            <p:ph type="title"/>
          </p:nvPr>
        </p:nvSpPr>
        <p:spPr>
          <a:xfrm>
            <a:off x="836377" y="295013"/>
            <a:ext cx="11016956" cy="526254"/>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endParaRPr lang="fr-FR" dirty="0"/>
          </a:p>
        </p:txBody>
      </p:sp>
      <p:sp>
        <p:nvSpPr>
          <p:cNvPr id="18" name="Espace réservé du texte 5"/>
          <p:cNvSpPr>
            <a:spLocks noGrp="1"/>
          </p:cNvSpPr>
          <p:nvPr>
            <p:ph type="body" sz="quarter" idx="14" hasCustomPrompt="1"/>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400" rtl="0" eaLnBrk="1" latinLnBrk="0" hangingPunct="1">
              <a:lnSpc>
                <a:spcPct val="100000"/>
              </a:lnSpc>
              <a:spcBef>
                <a:spcPts val="0"/>
              </a:spcBef>
              <a:buFont typeface="Arial" panose="020B0604020202020204" pitchFamily="34" charset="0"/>
              <a:buNone/>
            </a:pPr>
            <a:r>
              <a:rPr lang="fr-FR" dirty="0"/>
              <a:t>Sous-titre</a:t>
            </a:r>
          </a:p>
        </p:txBody>
      </p:sp>
    </p:spTree>
    <p:extLst>
      <p:ext uri="{BB962C8B-B14F-4D97-AF65-F5344CB8AC3E}">
        <p14:creationId xmlns:p14="http://schemas.microsoft.com/office/powerpoint/2010/main" val="4124156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itre fond bleu">
    <p:bg>
      <p:bgPr>
        <a:solidFill>
          <a:srgbClr val="003A8D"/>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baseline="0"/>
            </a:lvl1pPr>
          </a:lstStyle>
          <a:p>
            <a:r>
              <a:rPr lang="fr-FR" dirty="0"/>
              <a:t>Cliquer sur l'icône pour insérer une image OU supprimer cette zone si non utilisée</a:t>
            </a:r>
          </a:p>
        </p:txBody>
      </p:sp>
      <p:sp>
        <p:nvSpPr>
          <p:cNvPr id="2" name="Titre 1"/>
          <p:cNvSpPr>
            <a:spLocks noGrp="1"/>
          </p:cNvSpPr>
          <p:nvPr>
            <p:ph type="title"/>
          </p:nvPr>
        </p:nvSpPr>
        <p:spPr>
          <a:xfrm>
            <a:off x="0" y="4360333"/>
            <a:ext cx="12192000" cy="1422402"/>
          </a:xfrm>
          <a:prstGeom prst="rect">
            <a:avLst/>
          </a:prstGeom>
          <a:solidFill>
            <a:srgbClr val="0C4392"/>
          </a:solidFill>
        </p:spPr>
        <p:txBody>
          <a:bodyPr anchor="ctr"/>
          <a:lstStyle>
            <a:lvl1pPr algn="ctr">
              <a:defRPr sz="6000">
                <a:solidFill>
                  <a:schemeClr val="bg1"/>
                </a:solidFill>
              </a:defRPr>
            </a:lvl1pPr>
          </a:lstStyle>
          <a:p>
            <a:r>
              <a:rPr lang="fr-FR"/>
              <a:t>Modifiez le style du titre</a:t>
            </a:r>
            <a:endParaRPr lang="fr-FR" dirty="0"/>
          </a:p>
        </p:txBody>
      </p:sp>
    </p:spTree>
    <p:extLst>
      <p:ext uri="{BB962C8B-B14F-4D97-AF65-F5344CB8AC3E}">
        <p14:creationId xmlns:p14="http://schemas.microsoft.com/office/powerpoint/2010/main" val="34475145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itre fond blanc">
    <p:bg>
      <p:bgPr>
        <a:solidFill>
          <a:srgbClr val="003A8D"/>
        </a:solidFill>
        <a:effectLst/>
      </p:bgPr>
    </p:bg>
    <p:spTree>
      <p:nvGrpSpPr>
        <p:cNvPr id="1" name=""/>
        <p:cNvGrpSpPr/>
        <p:nvPr/>
      </p:nvGrpSpPr>
      <p:grpSpPr>
        <a:xfrm>
          <a:off x="0" y="0"/>
          <a:ext cx="0" cy="0"/>
          <a:chOff x="0" y="0"/>
          <a:chExt cx="0" cy="0"/>
        </a:xfrm>
      </p:grpSpPr>
      <p:sp>
        <p:nvSpPr>
          <p:cNvPr id="5" name="Rectangle 4"/>
          <p:cNvSpPr/>
          <p:nvPr userDrawn="1"/>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dirty="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dirty="0"/>
              <a:t>Cliquer sur l'icône pour insérer une image OU supprimer cette zone si non utilisée</a:t>
            </a:r>
          </a:p>
          <a:p>
            <a:pPr lvl="0"/>
            <a:endParaRPr lang="fr-FR" dirty="0"/>
          </a:p>
        </p:txBody>
      </p:sp>
      <p:sp>
        <p:nvSpPr>
          <p:cNvPr id="4" name="Titre 1"/>
          <p:cNvSpPr>
            <a:spLocks noGrp="1"/>
          </p:cNvSpPr>
          <p:nvPr>
            <p:ph type="title"/>
          </p:nvPr>
        </p:nvSpPr>
        <p:spPr>
          <a:xfrm>
            <a:off x="0" y="4360333"/>
            <a:ext cx="12192000" cy="1422402"/>
          </a:xfrm>
          <a:prstGeom prst="rect">
            <a:avLst/>
          </a:prstGeom>
          <a:solidFill>
            <a:schemeClr val="bg1">
              <a:alpha val="95000"/>
            </a:schemeClr>
          </a:solidFill>
        </p:spPr>
        <p:txBody>
          <a:bodyPr anchor="ctr"/>
          <a:lstStyle>
            <a:lvl1pPr algn="ctr">
              <a:defRPr sz="6000">
                <a:solidFill>
                  <a:srgbClr val="003A8D"/>
                </a:solidFill>
              </a:defRPr>
            </a:lvl1pPr>
          </a:lstStyle>
          <a:p>
            <a:r>
              <a:rPr lang="fr-FR"/>
              <a:t>Modifiez le style du titre</a:t>
            </a:r>
            <a:endParaRPr lang="fr-FR" dirty="0"/>
          </a:p>
        </p:txBody>
      </p:sp>
    </p:spTree>
    <p:extLst>
      <p:ext uri="{BB962C8B-B14F-4D97-AF65-F5344CB8AC3E}">
        <p14:creationId xmlns:p14="http://schemas.microsoft.com/office/powerpoint/2010/main" val="11287924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Titre image 2">
    <p:bg>
      <p:bgPr>
        <a:solidFill>
          <a:srgbClr val="003A8D"/>
        </a:solidFill>
        <a:effectLst/>
      </p:bgPr>
    </p:bg>
    <p:spTree>
      <p:nvGrpSpPr>
        <p:cNvPr id="1" name=""/>
        <p:cNvGrpSpPr/>
        <p:nvPr/>
      </p:nvGrpSpPr>
      <p:grpSpPr>
        <a:xfrm>
          <a:off x="0" y="0"/>
          <a:ext cx="0" cy="0"/>
          <a:chOff x="0" y="0"/>
          <a:chExt cx="0" cy="0"/>
        </a:xfrm>
      </p:grpSpPr>
      <p:pic>
        <p:nvPicPr>
          <p:cNvPr id="15" name="Image 14"/>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2508" y="1854000"/>
            <a:ext cx="6652800" cy="5004000"/>
          </a:xfrm>
          <a:prstGeom prst="rect">
            <a:avLst/>
          </a:prstGeom>
        </p:spPr>
      </p:pic>
      <p:sp>
        <p:nvSpPr>
          <p:cNvPr id="3" name="Décision 2"/>
          <p:cNvSpPr/>
          <p:nvPr/>
        </p:nvSpPr>
        <p:spPr>
          <a:xfrm>
            <a:off x="-8382" y="0"/>
            <a:ext cx="3328907" cy="68691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92" h="10003">
                <a:moveTo>
                  <a:pt x="0" y="10003"/>
                </a:moveTo>
                <a:cubicBezTo>
                  <a:pt x="7" y="6670"/>
                  <a:pt x="6" y="3333"/>
                  <a:pt x="13" y="0"/>
                </a:cubicBezTo>
                <a:lnTo>
                  <a:pt x="6284" y="0"/>
                </a:lnTo>
                <a:lnTo>
                  <a:pt x="9992" y="2700"/>
                </a:lnTo>
                <a:lnTo>
                  <a:pt x="0" y="10003"/>
                </a:ln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Parallélogramme 1"/>
          <p:cNvSpPr/>
          <p:nvPr/>
        </p:nvSpPr>
        <p:spPr>
          <a:xfrm flipV="1">
            <a:off x="4217879" y="5680001"/>
            <a:ext cx="4704608" cy="779982"/>
          </a:xfrm>
          <a:prstGeom prst="parallelogram">
            <a:avLst>
              <a:gd name="adj" fmla="val 66928"/>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55" name="Shape 55"/>
          <p:cNvSpPr>
            <a:spLocks noGrp="1"/>
          </p:cNvSpPr>
          <p:nvPr>
            <p:ph type="title"/>
          </p:nvPr>
        </p:nvSpPr>
        <p:spPr>
          <a:xfrm>
            <a:off x="4069709" y="288713"/>
            <a:ext cx="7859251" cy="2874104"/>
          </a:xfrm>
          <a:prstGeom prst="rect">
            <a:avLst/>
          </a:prstGeom>
        </p:spPr>
        <p:txBody>
          <a:bodyPr/>
          <a:lstStyle>
            <a:lvl1pPr>
              <a:defRPr sz="3225" b="0">
                <a:solidFill>
                  <a:srgbClr val="FFFFFF"/>
                </a:solidFill>
              </a:defRPr>
            </a:lvl1pPr>
          </a:lstStyle>
          <a:p>
            <a:r>
              <a:rPr lang="fr-FR"/>
              <a:t>Modifiez le style du titre</a:t>
            </a:r>
            <a:endParaRPr dirty="0"/>
          </a:p>
        </p:txBody>
      </p:sp>
      <p:sp>
        <p:nvSpPr>
          <p:cNvPr id="56" name="Shape 56"/>
          <p:cNvSpPr>
            <a:spLocks noGrp="1"/>
          </p:cNvSpPr>
          <p:nvPr>
            <p:ph type="body" sz="quarter" idx="1"/>
          </p:nvPr>
        </p:nvSpPr>
        <p:spPr>
          <a:xfrm>
            <a:off x="6766275" y="2692852"/>
            <a:ext cx="3880640" cy="4021755"/>
          </a:xfrm>
          <a:prstGeom prst="rect">
            <a:avLst/>
          </a:prstGeom>
        </p:spPr>
        <p:txBody>
          <a:bodyPr anchor="ctr"/>
          <a:lstStyle>
            <a:lvl1pPr algn="r">
              <a:lnSpc>
                <a:spcPct val="100000"/>
              </a:lnSpc>
              <a:spcBef>
                <a:spcPts val="0"/>
              </a:spcBef>
              <a:defRPr sz="1350">
                <a:solidFill>
                  <a:srgbClr val="FFFFFF"/>
                </a:solidFill>
                <a:latin typeface="+mn-lt"/>
              </a:defRPr>
            </a:lvl1pPr>
            <a:lvl2pPr marL="0" indent="85725" algn="r">
              <a:lnSpc>
                <a:spcPct val="100000"/>
              </a:lnSpc>
              <a:spcBef>
                <a:spcPts val="0"/>
              </a:spcBef>
              <a:buClrTx/>
              <a:buSzTx/>
              <a:buNone/>
              <a:defRPr sz="1350">
                <a:solidFill>
                  <a:srgbClr val="DCDEE0"/>
                </a:solidFill>
                <a:latin typeface="Swis721 Lt BT"/>
                <a:ea typeface="Swis721 Lt BT"/>
                <a:cs typeface="Swis721 Lt BT"/>
                <a:sym typeface="Swis721 Lt BT"/>
              </a:defRPr>
            </a:lvl2pPr>
            <a:lvl3pPr marL="0" indent="171450" algn="r">
              <a:lnSpc>
                <a:spcPct val="100000"/>
              </a:lnSpc>
              <a:spcBef>
                <a:spcPts val="0"/>
              </a:spcBef>
              <a:buClrTx/>
              <a:buSzTx/>
              <a:buNone/>
              <a:defRPr sz="1200">
                <a:solidFill>
                  <a:srgbClr val="DCDEE0"/>
                </a:solidFill>
                <a:latin typeface="Swis721 Lt BT"/>
                <a:ea typeface="Swis721 Lt BT"/>
                <a:cs typeface="Swis721 Lt BT"/>
                <a:sym typeface="Swis721 Lt BT"/>
              </a:defRPr>
            </a:lvl3pPr>
            <a:lvl4pPr marL="0" indent="257175" algn="r">
              <a:lnSpc>
                <a:spcPct val="100000"/>
              </a:lnSpc>
              <a:spcBef>
                <a:spcPts val="0"/>
              </a:spcBef>
              <a:buClrTx/>
              <a:buSzTx/>
              <a:buNone/>
              <a:defRPr sz="1050">
                <a:solidFill>
                  <a:srgbClr val="DCDEE0"/>
                </a:solidFill>
                <a:latin typeface="Swis721 Lt BT"/>
                <a:ea typeface="Swis721 Lt BT"/>
                <a:cs typeface="Swis721 Lt BT"/>
                <a:sym typeface="Swis721 Lt BT"/>
              </a:defRPr>
            </a:lvl4pPr>
            <a:lvl5pPr marL="0" indent="342900" algn="r">
              <a:lnSpc>
                <a:spcPct val="100000"/>
              </a:lnSpc>
              <a:spcBef>
                <a:spcPts val="0"/>
              </a:spcBef>
              <a:buClrTx/>
              <a:buSzTx/>
              <a:buNone/>
              <a:defRPr sz="900">
                <a:solidFill>
                  <a:srgbClr val="DCDEE0"/>
                </a:solidFill>
                <a:latin typeface="Swis721 Lt BT"/>
                <a:ea typeface="Swis721 Lt BT"/>
                <a:cs typeface="Swis721 Lt BT"/>
                <a:sym typeface="Swis721 Lt BT"/>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dirty="0"/>
          </a:p>
        </p:txBody>
      </p:sp>
      <p:sp>
        <p:nvSpPr>
          <p:cNvPr id="16" name="Shape 224"/>
          <p:cNvSpPr/>
          <p:nvPr/>
        </p:nvSpPr>
        <p:spPr>
          <a:xfrm flipH="1">
            <a:off x="4217879" y="5678753"/>
            <a:ext cx="4704608" cy="78123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419" y="0"/>
                </a:lnTo>
                <a:lnTo>
                  <a:pt x="21600" y="0"/>
                </a:lnTo>
                <a:lnTo>
                  <a:pt x="19192" y="21567"/>
                </a:lnTo>
                <a:lnTo>
                  <a:pt x="0" y="21600"/>
                </a:lnTo>
                <a:close/>
              </a:path>
            </a:pathLst>
          </a:custGeom>
          <a:solidFill>
            <a:srgbClr val="FFFFFF"/>
          </a:solidFill>
          <a:ln w="12700">
            <a:miter lim="400000"/>
          </a:ln>
        </p:spPr>
        <p:txBody>
          <a:bodyPr lIns="26789" tIns="26789" rIns="26789" bIns="26789" anchor="ctr"/>
          <a:lstStyle/>
          <a:p>
            <a:pPr>
              <a:defRPr sz="3200"/>
            </a:pPr>
            <a:endParaRPr sz="1200"/>
          </a:p>
        </p:txBody>
      </p:sp>
      <p:pic>
        <p:nvPicPr>
          <p:cNvPr id="17" name="pasted-image.tif"/>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4771840" y="5919154"/>
            <a:ext cx="2108455" cy="292967"/>
          </a:xfrm>
          <a:prstGeom prst="rect">
            <a:avLst/>
          </a:prstGeom>
          <a:ln w="12700">
            <a:miter lim="400000"/>
          </a:ln>
        </p:spPr>
      </p:pic>
      <p:pic>
        <p:nvPicPr>
          <p:cNvPr id="18" name="pasted-image.tif"/>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7280773" y="5852367"/>
            <a:ext cx="872531" cy="394256"/>
          </a:xfrm>
          <a:prstGeom prst="rect">
            <a:avLst/>
          </a:prstGeom>
          <a:ln w="12700">
            <a:miter lim="400000"/>
          </a:ln>
        </p:spPr>
      </p:pic>
      <p:pic>
        <p:nvPicPr>
          <p:cNvPr id="11" name="pasted-image.pdf"/>
          <p:cNvPicPr>
            <a:picLocks noChangeAspect="1"/>
          </p:cNvPicPr>
          <p:nvPr/>
        </p:nvPicPr>
        <p:blipFill>
          <a:blip r:embed="rId5"/>
          <a:stretch>
            <a:fillRect/>
          </a:stretch>
        </p:blipFill>
        <p:spPr>
          <a:xfrm>
            <a:off x="183461" y="198890"/>
            <a:ext cx="1584368" cy="1464101"/>
          </a:xfrm>
          <a:prstGeom prst="rect">
            <a:avLst/>
          </a:prstGeom>
          <a:ln w="12700">
            <a:miter lim="400000"/>
          </a:ln>
        </p:spPr>
      </p:pic>
      <p:sp>
        <p:nvSpPr>
          <p:cNvPr id="14" name="Décision 2"/>
          <p:cNvSpPr/>
          <p:nvPr/>
        </p:nvSpPr>
        <p:spPr>
          <a:xfrm flipH="1">
            <a:off x="10756747" y="2559242"/>
            <a:ext cx="1427356" cy="4288970"/>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3" name="Shape 27"/>
          <p:cNvSpPr/>
          <p:nvPr/>
        </p:nvSpPr>
        <p:spPr>
          <a:xfrm>
            <a:off x="5900959" y="5339312"/>
            <a:ext cx="2524791" cy="261850"/>
          </a:xfrm>
          <a:prstGeom prst="rect">
            <a:avLst/>
          </a:prstGeom>
          <a:ln w="12700">
            <a:miter lim="400000"/>
          </a:ln>
          <a:extLst>
            <a:ext uri="{C572A759-6A51-4108-AA02-DFA0A04FC94B}">
              <ma14:wrappingTextBoxFlag xmlns:ma14="http://schemas.microsoft.com/office/mac/drawingml/2011/main" xmlns="" val="1"/>
            </a:ext>
          </a:extLst>
        </p:spPr>
        <p:txBody>
          <a:bodyPr wrap="square" lIns="26789" tIns="26789" rIns="26789" bIns="26789" anchor="ctr">
            <a:spAutoFit/>
          </a:bodyPr>
          <a:lstStyle>
            <a:lvl1pPr algn="l">
              <a:defRPr sz="3600">
                <a:solidFill>
                  <a:srgbClr val="CBCDCF"/>
                </a:solidFill>
                <a:latin typeface="Swis721 BT"/>
                <a:ea typeface="Swis721 BT"/>
                <a:cs typeface="Swis721 BT"/>
                <a:sym typeface="Swis721 BT"/>
              </a:defRPr>
            </a:lvl1pPr>
          </a:lstStyle>
          <a:p>
            <a:r>
              <a:rPr sz="1350" dirty="0">
                <a:latin typeface="+mn-lt"/>
                <a:ea typeface="Segoe UI Black" panose="020B0A02040204020203" pitchFamily="34" charset="0"/>
                <a:cs typeface="Segoe UI Semilight" panose="020B0402040204020203" pitchFamily="34" charset="0"/>
              </a:rPr>
              <a:t>Informatique</a:t>
            </a:r>
          </a:p>
        </p:txBody>
      </p:sp>
    </p:spTree>
    <p:extLst>
      <p:ext uri="{BB962C8B-B14F-4D97-AF65-F5344CB8AC3E}">
        <p14:creationId xmlns:p14="http://schemas.microsoft.com/office/powerpoint/2010/main" val="1544030656"/>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1_Titre et contenu">
    <p:bg>
      <p:bgPr>
        <a:solidFill>
          <a:schemeClr val="bg1"/>
        </a:solidFill>
        <a:effectLst/>
      </p:bgPr>
    </p:bg>
    <p:spTree>
      <p:nvGrpSpPr>
        <p:cNvPr id="1" name=""/>
        <p:cNvGrpSpPr/>
        <p:nvPr/>
      </p:nvGrpSpPr>
      <p:grpSpPr>
        <a:xfrm>
          <a:off x="0" y="0"/>
          <a:ext cx="0" cy="0"/>
          <a:chOff x="0" y="0"/>
          <a:chExt cx="0" cy="0"/>
        </a:xfrm>
      </p:grpSpPr>
      <p:sp>
        <p:nvSpPr>
          <p:cNvPr id="13" name="Décision 2"/>
          <p:cNvSpPr/>
          <p:nvPr/>
        </p:nvSpPr>
        <p:spPr>
          <a:xfrm>
            <a:off x="11700677"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4" name="Décision 2"/>
          <p:cNvSpPr/>
          <p:nvPr/>
        </p:nvSpPr>
        <p:spPr>
          <a:xfrm>
            <a:off x="11840215"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5" name="Décision 2"/>
          <p:cNvSpPr/>
          <p:nvPr/>
        </p:nvSpPr>
        <p:spPr>
          <a:xfrm>
            <a:off x="11960883"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2" name="Décision 2"/>
          <p:cNvSpPr/>
          <p:nvPr/>
        </p:nvSpPr>
        <p:spPr>
          <a:xfrm>
            <a:off x="975" y="-120"/>
            <a:ext cx="700629" cy="15978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Titre 1"/>
          <p:cNvSpPr>
            <a:spLocks noGrp="1"/>
          </p:cNvSpPr>
          <p:nvPr>
            <p:ph type="title"/>
          </p:nvPr>
        </p:nvSpPr>
        <p:spPr/>
        <p:txBody>
          <a:bodyPr/>
          <a:lstStyle/>
          <a:p>
            <a:r>
              <a:rPr lang="fr-FR"/>
              <a:t>Modifiez le style du titre</a:t>
            </a:r>
          </a:p>
        </p:txBody>
      </p:sp>
      <p:sp>
        <p:nvSpPr>
          <p:cNvPr id="4" name="Espace réservé du pied de page 3"/>
          <p:cNvSpPr>
            <a:spLocks noGrp="1"/>
          </p:cNvSpPr>
          <p:nvPr>
            <p:ph type="ftr" sz="quarter" idx="10"/>
          </p:nvPr>
        </p:nvSpPr>
        <p:spPr/>
        <p:txBody>
          <a:bodyPr/>
          <a:lstStyle/>
          <a:p>
            <a:pPr algn="r"/>
            <a:r>
              <a:rPr lang="fr-FR"/>
              <a:t>&lt;Nom du document-Classification : Interne (par défaut) /Public/Confidentiel&gt; (titre modifiable via l’onglet INSERTION puis En-tête/Pied)</a:t>
            </a:r>
            <a:endParaRPr lang="fr-FR" dirty="0"/>
          </a:p>
        </p:txBody>
      </p:sp>
      <p:sp>
        <p:nvSpPr>
          <p:cNvPr id="6" name="Espace réservé du numéro de diapositive 5"/>
          <p:cNvSpPr>
            <a:spLocks noGrp="1"/>
          </p:cNvSpPr>
          <p:nvPr>
            <p:ph type="sldNum" sz="quarter" idx="11"/>
          </p:nvPr>
        </p:nvSpPr>
        <p:spPr/>
        <p:txBody>
          <a:bodyPr/>
          <a:lstStyle/>
          <a:p>
            <a:fld id="{86CB4B4D-7CA3-9044-876B-883B54F8677D}" type="slidenum">
              <a:rPr lang="fr-FR" smtClean="0"/>
              <a:pPr/>
              <a:t>‹N°›</a:t>
            </a:fld>
            <a:endParaRPr lang="fr-FR" dirty="0"/>
          </a:p>
        </p:txBody>
      </p:sp>
      <p:sp>
        <p:nvSpPr>
          <p:cNvPr id="9" name="Espace réservé du texte 8"/>
          <p:cNvSpPr>
            <a:spLocks noGrp="1"/>
          </p:cNvSpPr>
          <p:nvPr>
            <p:ph type="body" sz="quarter" idx="12"/>
          </p:nvPr>
        </p:nvSpPr>
        <p:spPr>
          <a:xfrm>
            <a:off x="712788" y="1188000"/>
            <a:ext cx="10907712" cy="5112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1359806287"/>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2_Titre et contenu">
    <p:bg>
      <p:bgPr>
        <a:solidFill>
          <a:schemeClr val="bg1"/>
        </a:solidFill>
        <a:effectLst/>
      </p:bgPr>
    </p:bg>
    <p:spTree>
      <p:nvGrpSpPr>
        <p:cNvPr id="1" name=""/>
        <p:cNvGrpSpPr/>
        <p:nvPr/>
      </p:nvGrpSpPr>
      <p:grpSpPr>
        <a:xfrm>
          <a:off x="0" y="0"/>
          <a:ext cx="0" cy="0"/>
          <a:chOff x="0" y="0"/>
          <a:chExt cx="0" cy="0"/>
        </a:xfrm>
      </p:grpSpPr>
      <p:sp>
        <p:nvSpPr>
          <p:cNvPr id="13" name="Décision 2"/>
          <p:cNvSpPr/>
          <p:nvPr/>
        </p:nvSpPr>
        <p:spPr>
          <a:xfrm>
            <a:off x="11700677"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4" name="Décision 2"/>
          <p:cNvSpPr/>
          <p:nvPr/>
        </p:nvSpPr>
        <p:spPr>
          <a:xfrm>
            <a:off x="11840215"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5" name="Décision 2"/>
          <p:cNvSpPr/>
          <p:nvPr/>
        </p:nvSpPr>
        <p:spPr>
          <a:xfrm>
            <a:off x="11960883"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2" name="Décision 2"/>
          <p:cNvSpPr/>
          <p:nvPr/>
        </p:nvSpPr>
        <p:spPr>
          <a:xfrm>
            <a:off x="975" y="-120"/>
            <a:ext cx="700629" cy="15978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Titre 1"/>
          <p:cNvSpPr>
            <a:spLocks noGrp="1"/>
          </p:cNvSpPr>
          <p:nvPr>
            <p:ph type="title"/>
          </p:nvPr>
        </p:nvSpPr>
        <p:spPr/>
        <p:txBody>
          <a:bodyPr/>
          <a:lstStyle/>
          <a:p>
            <a:r>
              <a:rPr lang="fr-FR"/>
              <a:t>Modifiez le style du titre</a:t>
            </a:r>
          </a:p>
        </p:txBody>
      </p:sp>
      <p:sp>
        <p:nvSpPr>
          <p:cNvPr id="4" name="Espace réservé du pied de page 3"/>
          <p:cNvSpPr>
            <a:spLocks noGrp="1"/>
          </p:cNvSpPr>
          <p:nvPr>
            <p:ph type="ftr" sz="quarter" idx="10"/>
          </p:nvPr>
        </p:nvSpPr>
        <p:spPr/>
        <p:txBody>
          <a:bodyPr/>
          <a:lstStyle/>
          <a:p>
            <a:pPr algn="r"/>
            <a:r>
              <a:rPr lang="fr-FR"/>
              <a:t>&lt;Nom du document-Classification : Interne (par défaut) /Public/Confidentiel&gt; (titre modifiable via l’onglet INSERTION puis En-tête/Pied)</a:t>
            </a:r>
            <a:endParaRPr lang="fr-FR" dirty="0"/>
          </a:p>
        </p:txBody>
      </p:sp>
      <p:sp>
        <p:nvSpPr>
          <p:cNvPr id="6" name="Espace réservé du numéro de diapositive 5"/>
          <p:cNvSpPr>
            <a:spLocks noGrp="1"/>
          </p:cNvSpPr>
          <p:nvPr>
            <p:ph type="sldNum" sz="quarter" idx="11"/>
          </p:nvPr>
        </p:nvSpPr>
        <p:spPr/>
        <p:txBody>
          <a:bodyPr/>
          <a:lstStyle/>
          <a:p>
            <a:fld id="{86CB4B4D-7CA3-9044-876B-883B54F8677D}" type="slidenum">
              <a:rPr lang="fr-FR" smtClean="0"/>
              <a:pPr/>
              <a:t>‹N°›</a:t>
            </a:fld>
            <a:endParaRPr lang="fr-FR" dirty="0"/>
          </a:p>
        </p:txBody>
      </p:sp>
      <p:sp>
        <p:nvSpPr>
          <p:cNvPr id="9" name="Espace réservé du texte 8"/>
          <p:cNvSpPr>
            <a:spLocks noGrp="1"/>
          </p:cNvSpPr>
          <p:nvPr>
            <p:ph type="body" sz="quarter" idx="12"/>
          </p:nvPr>
        </p:nvSpPr>
        <p:spPr>
          <a:xfrm>
            <a:off x="712788" y="1188000"/>
            <a:ext cx="10907712" cy="5112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471871817"/>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3_Titre et contenu">
    <p:bg>
      <p:bgPr>
        <a:solidFill>
          <a:schemeClr val="bg1"/>
        </a:solidFill>
        <a:effectLst/>
      </p:bgPr>
    </p:bg>
    <p:spTree>
      <p:nvGrpSpPr>
        <p:cNvPr id="1" name=""/>
        <p:cNvGrpSpPr/>
        <p:nvPr/>
      </p:nvGrpSpPr>
      <p:grpSpPr>
        <a:xfrm>
          <a:off x="0" y="0"/>
          <a:ext cx="0" cy="0"/>
          <a:chOff x="0" y="0"/>
          <a:chExt cx="0" cy="0"/>
        </a:xfrm>
      </p:grpSpPr>
      <p:sp>
        <p:nvSpPr>
          <p:cNvPr id="13" name="Décision 2"/>
          <p:cNvSpPr/>
          <p:nvPr/>
        </p:nvSpPr>
        <p:spPr>
          <a:xfrm>
            <a:off x="11700677"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4" name="Décision 2"/>
          <p:cNvSpPr/>
          <p:nvPr/>
        </p:nvSpPr>
        <p:spPr>
          <a:xfrm>
            <a:off x="11840215"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5" name="Décision 2"/>
          <p:cNvSpPr/>
          <p:nvPr/>
        </p:nvSpPr>
        <p:spPr>
          <a:xfrm>
            <a:off x="11960883"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2" name="Décision 2"/>
          <p:cNvSpPr/>
          <p:nvPr/>
        </p:nvSpPr>
        <p:spPr>
          <a:xfrm>
            <a:off x="975" y="-120"/>
            <a:ext cx="700629" cy="15978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Titre 1"/>
          <p:cNvSpPr>
            <a:spLocks noGrp="1"/>
          </p:cNvSpPr>
          <p:nvPr>
            <p:ph type="title"/>
          </p:nvPr>
        </p:nvSpPr>
        <p:spPr/>
        <p:txBody>
          <a:bodyPr/>
          <a:lstStyle/>
          <a:p>
            <a:r>
              <a:rPr lang="fr-FR"/>
              <a:t>Modifiez le style du titre</a:t>
            </a:r>
          </a:p>
        </p:txBody>
      </p:sp>
      <p:sp>
        <p:nvSpPr>
          <p:cNvPr id="4" name="Espace réservé du pied de page 3"/>
          <p:cNvSpPr>
            <a:spLocks noGrp="1"/>
          </p:cNvSpPr>
          <p:nvPr>
            <p:ph type="ftr" sz="quarter" idx="10"/>
          </p:nvPr>
        </p:nvSpPr>
        <p:spPr/>
        <p:txBody>
          <a:bodyPr/>
          <a:lstStyle/>
          <a:p>
            <a:pPr algn="r"/>
            <a:r>
              <a:rPr lang="fr-FR"/>
              <a:t>&lt;Nom du document-Classification : Interne (par défaut) /Public/Confidentiel&gt; (titre modifiable via l’onglet INSERTION puis En-tête/Pied)</a:t>
            </a:r>
            <a:endParaRPr lang="fr-FR" dirty="0"/>
          </a:p>
        </p:txBody>
      </p:sp>
      <p:sp>
        <p:nvSpPr>
          <p:cNvPr id="6" name="Espace réservé du numéro de diapositive 5"/>
          <p:cNvSpPr>
            <a:spLocks noGrp="1"/>
          </p:cNvSpPr>
          <p:nvPr>
            <p:ph type="sldNum" sz="quarter" idx="11"/>
          </p:nvPr>
        </p:nvSpPr>
        <p:spPr/>
        <p:txBody>
          <a:bodyPr/>
          <a:lstStyle/>
          <a:p>
            <a:fld id="{86CB4B4D-7CA3-9044-876B-883B54F8677D}" type="slidenum">
              <a:rPr lang="fr-FR" smtClean="0"/>
              <a:pPr/>
              <a:t>‹N°›</a:t>
            </a:fld>
            <a:endParaRPr lang="fr-FR" dirty="0"/>
          </a:p>
        </p:txBody>
      </p:sp>
      <p:sp>
        <p:nvSpPr>
          <p:cNvPr id="9" name="Espace réservé du texte 8"/>
          <p:cNvSpPr>
            <a:spLocks noGrp="1"/>
          </p:cNvSpPr>
          <p:nvPr>
            <p:ph type="body" sz="quarter" idx="12"/>
          </p:nvPr>
        </p:nvSpPr>
        <p:spPr>
          <a:xfrm>
            <a:off x="712788" y="1188000"/>
            <a:ext cx="10907712" cy="5112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828903077"/>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4_Titre et contenu">
    <p:bg>
      <p:bgPr>
        <a:solidFill>
          <a:schemeClr val="bg1"/>
        </a:solidFill>
        <a:effectLst/>
      </p:bgPr>
    </p:bg>
    <p:spTree>
      <p:nvGrpSpPr>
        <p:cNvPr id="1" name=""/>
        <p:cNvGrpSpPr/>
        <p:nvPr/>
      </p:nvGrpSpPr>
      <p:grpSpPr>
        <a:xfrm>
          <a:off x="0" y="0"/>
          <a:ext cx="0" cy="0"/>
          <a:chOff x="0" y="0"/>
          <a:chExt cx="0" cy="0"/>
        </a:xfrm>
      </p:grpSpPr>
      <p:sp>
        <p:nvSpPr>
          <p:cNvPr id="13" name="Décision 2"/>
          <p:cNvSpPr/>
          <p:nvPr/>
        </p:nvSpPr>
        <p:spPr>
          <a:xfrm>
            <a:off x="11700677"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4" name="Décision 2"/>
          <p:cNvSpPr/>
          <p:nvPr/>
        </p:nvSpPr>
        <p:spPr>
          <a:xfrm>
            <a:off x="11840215"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5" name="Décision 2"/>
          <p:cNvSpPr/>
          <p:nvPr/>
        </p:nvSpPr>
        <p:spPr>
          <a:xfrm>
            <a:off x="11960883"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2" name="Décision 2"/>
          <p:cNvSpPr/>
          <p:nvPr/>
        </p:nvSpPr>
        <p:spPr>
          <a:xfrm>
            <a:off x="975" y="-120"/>
            <a:ext cx="700629" cy="15978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Titre 1"/>
          <p:cNvSpPr>
            <a:spLocks noGrp="1"/>
          </p:cNvSpPr>
          <p:nvPr>
            <p:ph type="title"/>
          </p:nvPr>
        </p:nvSpPr>
        <p:spPr/>
        <p:txBody>
          <a:bodyPr/>
          <a:lstStyle/>
          <a:p>
            <a:r>
              <a:rPr lang="fr-FR"/>
              <a:t>Modifiez le style du titre</a:t>
            </a:r>
          </a:p>
        </p:txBody>
      </p:sp>
      <p:sp>
        <p:nvSpPr>
          <p:cNvPr id="4" name="Espace réservé du pied de page 3"/>
          <p:cNvSpPr>
            <a:spLocks noGrp="1"/>
          </p:cNvSpPr>
          <p:nvPr>
            <p:ph type="ftr" sz="quarter" idx="10"/>
          </p:nvPr>
        </p:nvSpPr>
        <p:spPr/>
        <p:txBody>
          <a:bodyPr/>
          <a:lstStyle/>
          <a:p>
            <a:pPr algn="r"/>
            <a:r>
              <a:rPr lang="fr-FR"/>
              <a:t>&lt;Nom du document-Classification : Interne (par défaut) /Public/Confidentiel&gt; (titre modifiable via l’onglet INSERTION puis En-tête/Pied)</a:t>
            </a:r>
            <a:endParaRPr lang="fr-FR" dirty="0"/>
          </a:p>
        </p:txBody>
      </p:sp>
      <p:sp>
        <p:nvSpPr>
          <p:cNvPr id="6" name="Espace réservé du numéro de diapositive 5"/>
          <p:cNvSpPr>
            <a:spLocks noGrp="1"/>
          </p:cNvSpPr>
          <p:nvPr>
            <p:ph type="sldNum" sz="quarter" idx="11"/>
          </p:nvPr>
        </p:nvSpPr>
        <p:spPr/>
        <p:txBody>
          <a:bodyPr/>
          <a:lstStyle/>
          <a:p>
            <a:fld id="{86CB4B4D-7CA3-9044-876B-883B54F8677D}" type="slidenum">
              <a:rPr lang="fr-FR" smtClean="0"/>
              <a:pPr/>
              <a:t>‹N°›</a:t>
            </a:fld>
            <a:endParaRPr lang="fr-FR" dirty="0"/>
          </a:p>
        </p:txBody>
      </p:sp>
      <p:sp>
        <p:nvSpPr>
          <p:cNvPr id="9" name="Espace réservé du texte 8"/>
          <p:cNvSpPr>
            <a:spLocks noGrp="1"/>
          </p:cNvSpPr>
          <p:nvPr>
            <p:ph type="body" sz="quarter" idx="12"/>
          </p:nvPr>
        </p:nvSpPr>
        <p:spPr>
          <a:xfrm>
            <a:off x="712788" y="1188000"/>
            <a:ext cx="10907712" cy="5112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3359960908"/>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5_Titre et contenu">
    <p:bg>
      <p:bgPr>
        <a:solidFill>
          <a:schemeClr val="bg1"/>
        </a:solidFill>
        <a:effectLst/>
      </p:bgPr>
    </p:bg>
    <p:spTree>
      <p:nvGrpSpPr>
        <p:cNvPr id="1" name=""/>
        <p:cNvGrpSpPr/>
        <p:nvPr/>
      </p:nvGrpSpPr>
      <p:grpSpPr>
        <a:xfrm>
          <a:off x="0" y="0"/>
          <a:ext cx="0" cy="0"/>
          <a:chOff x="0" y="0"/>
          <a:chExt cx="0" cy="0"/>
        </a:xfrm>
      </p:grpSpPr>
      <p:sp>
        <p:nvSpPr>
          <p:cNvPr id="13" name="Décision 2"/>
          <p:cNvSpPr/>
          <p:nvPr/>
        </p:nvSpPr>
        <p:spPr>
          <a:xfrm>
            <a:off x="11700677"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4" name="Décision 2"/>
          <p:cNvSpPr/>
          <p:nvPr/>
        </p:nvSpPr>
        <p:spPr>
          <a:xfrm>
            <a:off x="11840215"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5" name="Décision 2"/>
          <p:cNvSpPr/>
          <p:nvPr/>
        </p:nvSpPr>
        <p:spPr>
          <a:xfrm>
            <a:off x="11960883"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2" name="Décision 2"/>
          <p:cNvSpPr/>
          <p:nvPr/>
        </p:nvSpPr>
        <p:spPr>
          <a:xfrm>
            <a:off x="975" y="-120"/>
            <a:ext cx="700629" cy="15978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Titre 1"/>
          <p:cNvSpPr>
            <a:spLocks noGrp="1"/>
          </p:cNvSpPr>
          <p:nvPr>
            <p:ph type="title"/>
          </p:nvPr>
        </p:nvSpPr>
        <p:spPr/>
        <p:txBody>
          <a:bodyPr/>
          <a:lstStyle/>
          <a:p>
            <a:r>
              <a:rPr lang="fr-FR"/>
              <a:t>Modifiez le style du titre</a:t>
            </a:r>
          </a:p>
        </p:txBody>
      </p:sp>
      <p:sp>
        <p:nvSpPr>
          <p:cNvPr id="4" name="Espace réservé du pied de page 3"/>
          <p:cNvSpPr>
            <a:spLocks noGrp="1"/>
          </p:cNvSpPr>
          <p:nvPr>
            <p:ph type="ftr" sz="quarter" idx="10"/>
          </p:nvPr>
        </p:nvSpPr>
        <p:spPr/>
        <p:txBody>
          <a:bodyPr/>
          <a:lstStyle/>
          <a:p>
            <a:pPr algn="r"/>
            <a:r>
              <a:rPr lang="fr-FR"/>
              <a:t>&lt;Nom du document-Classification : Interne (par défaut) /Public/Confidentiel&gt; (titre modifiable via l’onglet INSERTION puis En-tête/Pied)</a:t>
            </a:r>
            <a:endParaRPr lang="fr-FR" dirty="0"/>
          </a:p>
        </p:txBody>
      </p:sp>
      <p:sp>
        <p:nvSpPr>
          <p:cNvPr id="6" name="Espace réservé du numéro de diapositive 5"/>
          <p:cNvSpPr>
            <a:spLocks noGrp="1"/>
          </p:cNvSpPr>
          <p:nvPr>
            <p:ph type="sldNum" sz="quarter" idx="11"/>
          </p:nvPr>
        </p:nvSpPr>
        <p:spPr/>
        <p:txBody>
          <a:bodyPr/>
          <a:lstStyle/>
          <a:p>
            <a:fld id="{86CB4B4D-7CA3-9044-876B-883B54F8677D}" type="slidenum">
              <a:rPr lang="fr-FR" smtClean="0"/>
              <a:pPr/>
              <a:t>‹N°›</a:t>
            </a:fld>
            <a:endParaRPr lang="fr-FR" dirty="0"/>
          </a:p>
        </p:txBody>
      </p:sp>
      <p:sp>
        <p:nvSpPr>
          <p:cNvPr id="9" name="Espace réservé du texte 8"/>
          <p:cNvSpPr>
            <a:spLocks noGrp="1"/>
          </p:cNvSpPr>
          <p:nvPr>
            <p:ph type="body" sz="quarter" idx="12"/>
          </p:nvPr>
        </p:nvSpPr>
        <p:spPr>
          <a:xfrm>
            <a:off x="712788" y="1188000"/>
            <a:ext cx="10907712" cy="5112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1669114063"/>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6_Titre et contenu">
    <p:bg>
      <p:bgPr>
        <a:solidFill>
          <a:schemeClr val="bg1"/>
        </a:solidFill>
        <a:effectLst/>
      </p:bgPr>
    </p:bg>
    <p:spTree>
      <p:nvGrpSpPr>
        <p:cNvPr id="1" name=""/>
        <p:cNvGrpSpPr/>
        <p:nvPr/>
      </p:nvGrpSpPr>
      <p:grpSpPr>
        <a:xfrm>
          <a:off x="0" y="0"/>
          <a:ext cx="0" cy="0"/>
          <a:chOff x="0" y="0"/>
          <a:chExt cx="0" cy="0"/>
        </a:xfrm>
      </p:grpSpPr>
      <p:sp>
        <p:nvSpPr>
          <p:cNvPr id="13" name="Décision 2"/>
          <p:cNvSpPr/>
          <p:nvPr/>
        </p:nvSpPr>
        <p:spPr>
          <a:xfrm>
            <a:off x="11700677"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4" name="Décision 2"/>
          <p:cNvSpPr/>
          <p:nvPr/>
        </p:nvSpPr>
        <p:spPr>
          <a:xfrm>
            <a:off x="11840215"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5" name="Décision 2"/>
          <p:cNvSpPr/>
          <p:nvPr/>
        </p:nvSpPr>
        <p:spPr>
          <a:xfrm>
            <a:off x="11960883" y="6387680"/>
            <a:ext cx="120668" cy="38100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12" name="Décision 2"/>
          <p:cNvSpPr/>
          <p:nvPr/>
        </p:nvSpPr>
        <p:spPr>
          <a:xfrm>
            <a:off x="975" y="-120"/>
            <a:ext cx="700629" cy="1597854"/>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dirty="0" err="1">
              <a:solidFill>
                <a:schemeClr val="bg1"/>
              </a:solidFill>
              <a:latin typeface="Swis721 BT Roman" charset="0"/>
              <a:ea typeface="Swis721 BT Roman" charset="0"/>
              <a:cs typeface="Swis721 BT Roman" charset="0"/>
            </a:endParaRPr>
          </a:p>
        </p:txBody>
      </p:sp>
      <p:sp>
        <p:nvSpPr>
          <p:cNvPr id="2" name="Titre 1"/>
          <p:cNvSpPr>
            <a:spLocks noGrp="1"/>
          </p:cNvSpPr>
          <p:nvPr>
            <p:ph type="title"/>
          </p:nvPr>
        </p:nvSpPr>
        <p:spPr/>
        <p:txBody>
          <a:bodyPr/>
          <a:lstStyle/>
          <a:p>
            <a:r>
              <a:rPr lang="fr-FR"/>
              <a:t>Modifiez le style du titre</a:t>
            </a:r>
          </a:p>
        </p:txBody>
      </p:sp>
      <p:sp>
        <p:nvSpPr>
          <p:cNvPr id="4" name="Espace réservé du pied de page 3"/>
          <p:cNvSpPr>
            <a:spLocks noGrp="1"/>
          </p:cNvSpPr>
          <p:nvPr>
            <p:ph type="ftr" sz="quarter" idx="10"/>
          </p:nvPr>
        </p:nvSpPr>
        <p:spPr/>
        <p:txBody>
          <a:bodyPr/>
          <a:lstStyle/>
          <a:p>
            <a:pPr algn="r"/>
            <a:r>
              <a:rPr lang="fr-FR"/>
              <a:t>&lt;Nom du document-Classification : Interne (par défaut) /Public/Confidentiel&gt; (titre modifiable via l’onglet INSERTION puis En-tête/Pied)</a:t>
            </a:r>
            <a:endParaRPr lang="fr-FR" dirty="0"/>
          </a:p>
        </p:txBody>
      </p:sp>
      <p:sp>
        <p:nvSpPr>
          <p:cNvPr id="6" name="Espace réservé du numéro de diapositive 5"/>
          <p:cNvSpPr>
            <a:spLocks noGrp="1"/>
          </p:cNvSpPr>
          <p:nvPr>
            <p:ph type="sldNum" sz="quarter" idx="11"/>
          </p:nvPr>
        </p:nvSpPr>
        <p:spPr/>
        <p:txBody>
          <a:bodyPr/>
          <a:lstStyle/>
          <a:p>
            <a:fld id="{86CB4B4D-7CA3-9044-876B-883B54F8677D}" type="slidenum">
              <a:rPr lang="fr-FR" smtClean="0"/>
              <a:pPr/>
              <a:t>‹N°›</a:t>
            </a:fld>
            <a:endParaRPr lang="fr-FR" dirty="0"/>
          </a:p>
        </p:txBody>
      </p:sp>
      <p:sp>
        <p:nvSpPr>
          <p:cNvPr id="9" name="Espace réservé du texte 8"/>
          <p:cNvSpPr>
            <a:spLocks noGrp="1"/>
          </p:cNvSpPr>
          <p:nvPr>
            <p:ph type="body" sz="quarter" idx="12"/>
          </p:nvPr>
        </p:nvSpPr>
        <p:spPr>
          <a:xfrm>
            <a:off x="712788" y="1188000"/>
            <a:ext cx="10907712" cy="5112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16493235"/>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re principal">
    <p:spTree>
      <p:nvGrpSpPr>
        <p:cNvPr id="1" name=""/>
        <p:cNvGrpSpPr/>
        <p:nvPr/>
      </p:nvGrpSpPr>
      <p:grpSpPr>
        <a:xfrm>
          <a:off x="0" y="0"/>
          <a:ext cx="0" cy="0"/>
          <a:chOff x="0" y="0"/>
          <a:chExt cx="0" cy="0"/>
        </a:xfrm>
      </p:grpSpPr>
      <p:sp>
        <p:nvSpPr>
          <p:cNvPr id="7" name="Rectangle à coins arrondis 6"/>
          <p:cNvSpPr/>
          <p:nvPr/>
        </p:nvSpPr>
        <p:spPr>
          <a:xfrm>
            <a:off x="266700" y="190503"/>
            <a:ext cx="11658600" cy="5549900"/>
          </a:xfrm>
          <a:prstGeom prst="roundRect">
            <a:avLst>
              <a:gd name="adj" fmla="val 3479"/>
            </a:avLst>
          </a:prstGeom>
          <a:blipFill>
            <a:blip r:embed="rId2" cstate="email">
              <a:extLst>
                <a:ext uri="{28A0092B-C50C-407E-A947-70E740481C1C}">
                  <a14:useLocalDpi xmlns:a14="http://schemas.microsoft.com/office/drawing/2010/main"/>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8" name="Rectangle à coins arrondis 7"/>
          <p:cNvSpPr/>
          <p:nvPr/>
        </p:nvSpPr>
        <p:spPr>
          <a:xfrm>
            <a:off x="266700" y="190503"/>
            <a:ext cx="11658600" cy="55499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2" name="Title 1"/>
          <p:cNvSpPr>
            <a:spLocks noGrp="1"/>
          </p:cNvSpPr>
          <p:nvPr>
            <p:ph type="ctrTitle"/>
          </p:nvPr>
        </p:nvSpPr>
        <p:spPr>
          <a:xfrm>
            <a:off x="4880008" y="1652564"/>
            <a:ext cx="5787992" cy="2145456"/>
          </a:xfrm>
          <a:prstGeom prst="rect">
            <a:avLst/>
          </a:prstGeom>
        </p:spPr>
        <p:txBody>
          <a:bodyPr anchor="b"/>
          <a:lstStyle>
            <a:lvl1pPr algn="l">
              <a:defRPr sz="6000">
                <a:solidFill>
                  <a:schemeClr val="bg1">
                    <a:lumMod val="95000"/>
                  </a:schemeClr>
                </a:solidFill>
              </a:defRPr>
            </a:lvl1pPr>
          </a:lstStyle>
          <a:p>
            <a:r>
              <a:rPr lang="fr-FR"/>
              <a:t>Modifiez le style du titre</a:t>
            </a:r>
            <a:endParaRPr lang="en-US"/>
          </a:p>
        </p:txBody>
      </p:sp>
      <p:sp>
        <p:nvSpPr>
          <p:cNvPr id="3" name="Subtitle 2"/>
          <p:cNvSpPr>
            <a:spLocks noGrp="1"/>
          </p:cNvSpPr>
          <p:nvPr>
            <p:ph type="subTitle" idx="1"/>
          </p:nvPr>
        </p:nvSpPr>
        <p:spPr>
          <a:xfrm>
            <a:off x="4880008" y="3969727"/>
            <a:ext cx="5787992" cy="1288076"/>
          </a:xfrm>
          <a:prstGeom prst="rect">
            <a:avLst/>
          </a:prstGeom>
        </p:spPr>
        <p:txBody>
          <a:bodyPr/>
          <a:lstStyle>
            <a:lvl1pPr marL="0" indent="0" algn="l">
              <a:buNone/>
              <a:defRPr sz="2400">
                <a:solidFill>
                  <a:schemeClr val="bg1">
                    <a:lumMod val="95000"/>
                  </a:schemeClr>
                </a:solidFill>
              </a:defRPr>
            </a:lvl1pPr>
            <a:lvl2pPr marL="457143" indent="0" algn="ctr">
              <a:buNone/>
              <a:defRPr sz="2000"/>
            </a:lvl2pPr>
            <a:lvl3pPr marL="914286" indent="0" algn="ctr">
              <a:buNone/>
              <a:defRPr sz="1800"/>
            </a:lvl3pPr>
            <a:lvl4pPr marL="1371430" indent="0" algn="ctr">
              <a:buNone/>
              <a:defRPr sz="1600"/>
            </a:lvl4pPr>
            <a:lvl5pPr marL="1828573" indent="0" algn="ctr">
              <a:buNone/>
              <a:defRPr sz="1600"/>
            </a:lvl5pPr>
            <a:lvl6pPr marL="2285718" indent="0" algn="ctr">
              <a:buNone/>
              <a:defRPr sz="1600"/>
            </a:lvl6pPr>
            <a:lvl7pPr marL="2742858" indent="0" algn="ctr">
              <a:buNone/>
              <a:defRPr sz="1600"/>
            </a:lvl7pPr>
            <a:lvl8pPr marL="3200000" indent="0" algn="ctr">
              <a:buNone/>
              <a:defRPr sz="1600"/>
            </a:lvl8pPr>
            <a:lvl9pPr marL="3657143" indent="0" algn="ctr">
              <a:buNone/>
              <a:defRPr sz="1600"/>
            </a:lvl9pPr>
          </a:lstStyle>
          <a:p>
            <a:r>
              <a:rPr lang="fr-FR"/>
              <a:t>Modifiez le style des sous-titres du masque</a:t>
            </a:r>
            <a:endParaRPr lang="en-US"/>
          </a:p>
        </p:txBody>
      </p:sp>
      <p:sp>
        <p:nvSpPr>
          <p:cNvPr id="9" name="Rectangle 13"/>
          <p:cNvSpPr/>
          <p:nvPr/>
        </p:nvSpPr>
        <p:spPr>
          <a:xfrm>
            <a:off x="4880015" y="3858691"/>
            <a:ext cx="5375359" cy="45719"/>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pic>
        <p:nvPicPr>
          <p:cNvPr id="10" name="Image 9"/>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51996" y="5805726"/>
            <a:ext cx="1018605" cy="941409"/>
          </a:xfrm>
          <a:prstGeom prst="rect">
            <a:avLst/>
          </a:prstGeom>
        </p:spPr>
      </p:pic>
      <p:pic>
        <p:nvPicPr>
          <p:cNvPr id="11" name="Image 10"/>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23647" y="6349879"/>
            <a:ext cx="1509804" cy="189484"/>
          </a:xfrm>
          <a:prstGeom prst="rect">
            <a:avLst/>
          </a:prstGeom>
        </p:spPr>
      </p:pic>
      <p:pic>
        <p:nvPicPr>
          <p:cNvPr id="12" name="Image 1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443109" y="6307278"/>
            <a:ext cx="531475" cy="274695"/>
          </a:xfrm>
          <a:prstGeom prst="rect">
            <a:avLst/>
          </a:prstGeom>
        </p:spPr>
      </p:pic>
    </p:spTree>
    <p:extLst>
      <p:ext uri="{BB962C8B-B14F-4D97-AF65-F5344CB8AC3E}">
        <p14:creationId xmlns:p14="http://schemas.microsoft.com/office/powerpoint/2010/main" val="12543570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pied de page 4"/>
          <p:cNvSpPr>
            <a:spLocks noGrp="1"/>
          </p:cNvSpPr>
          <p:nvPr>
            <p:ph type="ftr" sz="quarter" idx="11"/>
          </p:nvPr>
        </p:nvSpPr>
        <p:spPr>
          <a:xfrm>
            <a:off x="1337733" y="6443138"/>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2"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grpSp>
        <p:nvGrpSpPr>
          <p:cNvPr id="17" name="Groupe 16"/>
          <p:cNvGrpSpPr/>
          <p:nvPr/>
        </p:nvGrpSpPr>
        <p:grpSpPr>
          <a:xfrm>
            <a:off x="62152" y="6153415"/>
            <a:ext cx="630000" cy="630000"/>
            <a:chOff x="11254317" y="5942649"/>
            <a:chExt cx="630000" cy="630000"/>
          </a:xfrm>
        </p:grpSpPr>
        <p:sp>
          <p:nvSpPr>
            <p:cNvPr id="18"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8" y="1480881"/>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8" y="868903"/>
            <a:ext cx="11031537" cy="352956"/>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537860620"/>
      </p:ext>
    </p:extLst>
  </p:cSld>
  <p:clrMapOvr>
    <a:masterClrMapping/>
  </p:clrMapOvr>
  <p:extLst>
    <p:ext uri="{DCECCB84-F9BA-43D5-87BE-67443E8EF086}">
      <p15:sldGuideLst xmlns:p15="http://schemas.microsoft.com/office/powerpoint/2012/main">
        <p15:guide id="1" orient="horz" pos="19">
          <p15:clr>
            <a:srgbClr val="FBAE40"/>
          </p15:clr>
        </p15:guide>
        <p15:guide id="2" pos="185">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re et contenu (PIP)">
    <p:spTree>
      <p:nvGrpSpPr>
        <p:cNvPr id="1" name=""/>
        <p:cNvGrpSpPr/>
        <p:nvPr/>
      </p:nvGrpSpPr>
      <p:grpSpPr>
        <a:xfrm>
          <a:off x="0" y="0"/>
          <a:ext cx="0" cy="0"/>
          <a:chOff x="0" y="0"/>
          <a:chExt cx="0" cy="0"/>
        </a:xfrm>
      </p:grpSpPr>
      <p:sp>
        <p:nvSpPr>
          <p:cNvPr id="15" name="Rectangle 14"/>
          <p:cNvSpPr/>
          <p:nvPr/>
        </p:nvSpPr>
        <p:spPr>
          <a:xfrm>
            <a:off x="8700678" y="4884858"/>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sp>
        <p:nvSpPr>
          <p:cNvPr id="21" name="Espace réservé du pied de page 4"/>
          <p:cNvSpPr>
            <a:spLocks noGrp="1"/>
          </p:cNvSpPr>
          <p:nvPr>
            <p:ph type="ftr" sz="quarter" idx="11"/>
          </p:nvPr>
        </p:nvSpPr>
        <p:spPr>
          <a:xfrm>
            <a:off x="1337733" y="6443138"/>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2"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grpSp>
        <p:nvGrpSpPr>
          <p:cNvPr id="17" name="Groupe 16"/>
          <p:cNvGrpSpPr/>
          <p:nvPr/>
        </p:nvGrpSpPr>
        <p:grpSpPr>
          <a:xfrm>
            <a:off x="62152" y="6153415"/>
            <a:ext cx="630000" cy="630000"/>
            <a:chOff x="11254317" y="5942649"/>
            <a:chExt cx="630000" cy="630000"/>
          </a:xfrm>
        </p:grpSpPr>
        <p:sp>
          <p:nvSpPr>
            <p:cNvPr id="18"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9" name="Espace réservé du texte 3"/>
          <p:cNvSpPr>
            <a:spLocks noGrp="1"/>
          </p:cNvSpPr>
          <p:nvPr>
            <p:ph type="body" sz="quarter" idx="13"/>
          </p:nvPr>
        </p:nvSpPr>
        <p:spPr>
          <a:xfrm>
            <a:off x="821538" y="1480881"/>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4"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5"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3585588527"/>
      </p:ext>
    </p:extLst>
  </p:cSld>
  <p:clrMapOvr>
    <a:masterClrMapping/>
  </p:clrMapOvr>
  <p:extLst>
    <p:ext uri="{DCECCB84-F9BA-43D5-87BE-67443E8EF086}">
      <p15:sldGuideLst xmlns:p15="http://schemas.microsoft.com/office/powerpoint/2012/main">
        <p15:guide id="1" orient="horz" pos="19">
          <p15:clr>
            <a:srgbClr val="FBAE40"/>
          </p15:clr>
        </p15:guide>
        <p15:guide id="2" pos="18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re, contenu 2 colonnes">
    <p:spTree>
      <p:nvGrpSpPr>
        <p:cNvPr id="1" name=""/>
        <p:cNvGrpSpPr/>
        <p:nvPr/>
      </p:nvGrpSpPr>
      <p:grpSpPr>
        <a:xfrm>
          <a:off x="0" y="0"/>
          <a:ext cx="0" cy="0"/>
          <a:chOff x="0" y="0"/>
          <a:chExt cx="0" cy="0"/>
        </a:xfrm>
      </p:grpSpPr>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8"/>
            <a:ext cx="10515600"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20"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
        <p:nvSpPr>
          <p:cNvPr id="12" name="Espace réservé du texte 3"/>
          <p:cNvSpPr>
            <a:spLocks noGrp="1"/>
          </p:cNvSpPr>
          <p:nvPr>
            <p:ph type="body" sz="quarter" idx="13"/>
          </p:nvPr>
        </p:nvSpPr>
        <p:spPr>
          <a:xfrm>
            <a:off x="821535" y="1480881"/>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2" name="Espace réservé du texte 3"/>
          <p:cNvSpPr>
            <a:spLocks noGrp="1"/>
          </p:cNvSpPr>
          <p:nvPr>
            <p:ph type="body" sz="quarter" idx="15"/>
          </p:nvPr>
        </p:nvSpPr>
        <p:spPr>
          <a:xfrm>
            <a:off x="6477003" y="1480881"/>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1941367861"/>
      </p:ext>
    </p:extLst>
  </p:cSld>
  <p:clrMapOvr>
    <a:masterClrMapping/>
  </p:clrMapOvr>
  <p:extLst>
    <p:ext uri="{DCECCB84-F9BA-43D5-87BE-67443E8EF086}">
      <p15:sldGuideLst xmlns:p15="http://schemas.microsoft.com/office/powerpoint/2012/main">
        <p15:guide id="1" orient="horz" pos="794">
          <p15:clr>
            <a:srgbClr val="FBAE40"/>
          </p15:clr>
        </p15:guide>
        <p15:guide id="2" pos="136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re, contenu 2 colonnes (PIP)">
    <p:spTree>
      <p:nvGrpSpPr>
        <p:cNvPr id="1" name=""/>
        <p:cNvGrpSpPr/>
        <p:nvPr/>
      </p:nvGrpSpPr>
      <p:grpSpPr>
        <a:xfrm>
          <a:off x="0" y="0"/>
          <a:ext cx="0" cy="0"/>
          <a:chOff x="0" y="0"/>
          <a:chExt cx="0" cy="0"/>
        </a:xfrm>
      </p:grpSpPr>
      <p:sp>
        <p:nvSpPr>
          <p:cNvPr id="12" name="Rectangle 11"/>
          <p:cNvSpPr/>
          <p:nvPr/>
        </p:nvSpPr>
        <p:spPr>
          <a:xfrm>
            <a:off x="8700678" y="4884858"/>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5" y="6443138"/>
            <a:ext cx="10507132"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21"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2"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
        <p:nvSpPr>
          <p:cNvPr id="16" name="Espace réservé du texte 5"/>
          <p:cNvSpPr>
            <a:spLocks noGrp="1"/>
          </p:cNvSpPr>
          <p:nvPr>
            <p:ph type="body" sz="quarter" idx="15"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
        <p:nvSpPr>
          <p:cNvPr id="20" name="Espace réservé du texte 3"/>
          <p:cNvSpPr>
            <a:spLocks noGrp="1"/>
          </p:cNvSpPr>
          <p:nvPr>
            <p:ph type="body" sz="quarter" idx="13"/>
          </p:nvPr>
        </p:nvSpPr>
        <p:spPr>
          <a:xfrm>
            <a:off x="821535" y="1480881"/>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3" name="Espace réservé du texte 3"/>
          <p:cNvSpPr>
            <a:spLocks noGrp="1"/>
          </p:cNvSpPr>
          <p:nvPr>
            <p:ph type="body" sz="quarter" idx="16"/>
          </p:nvPr>
        </p:nvSpPr>
        <p:spPr>
          <a:xfrm>
            <a:off x="6477003" y="1480881"/>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4113989712"/>
      </p:ext>
    </p:extLst>
  </p:cSld>
  <p:clrMapOvr>
    <a:masterClrMapping/>
  </p:clrMapOvr>
  <p:extLst>
    <p:ext uri="{DCECCB84-F9BA-43D5-87BE-67443E8EF086}">
      <p15:sldGuideLst xmlns:p15="http://schemas.microsoft.com/office/powerpoint/2012/main">
        <p15:guide id="1" orient="horz" pos="778">
          <p15:clr>
            <a:srgbClr val="FBAE40"/>
          </p15:clr>
        </p15:guide>
        <p15:guide id="2" pos="20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re, contenu et image centrale">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1" y="1239417"/>
            <a:ext cx="11946467" cy="2168419"/>
          </a:xfrm>
          <a:prstGeom prst="rect">
            <a:avLst/>
          </a:prstGeom>
        </p:spPr>
        <p:txBody>
          <a:bodyPr/>
          <a:lstStyle/>
          <a:p>
            <a:r>
              <a:rPr lang="fr-FR"/>
              <a:t>Cliquez sur l'icône pour ajouter une image</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5" y="6443138"/>
            <a:ext cx="10507132"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6" name="Espace réservé du texte 5"/>
          <p:cNvSpPr>
            <a:spLocks noGrp="1"/>
          </p:cNvSpPr>
          <p:nvPr>
            <p:ph type="body" sz="quarter" idx="18"/>
          </p:nvPr>
        </p:nvSpPr>
        <p:spPr>
          <a:xfrm>
            <a:off x="911225" y="3515525"/>
            <a:ext cx="10933640"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2"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1483810017"/>
      </p:ext>
    </p:extLst>
  </p:cSld>
  <p:clrMapOvr>
    <a:masterClrMapping/>
  </p:clrMapOvr>
  <p:extLst>
    <p:ext uri="{DCECCB84-F9BA-43D5-87BE-67443E8EF086}">
      <p15:sldGuideLst xmlns:p15="http://schemas.microsoft.com/office/powerpoint/2012/main">
        <p15:guide id="1" orient="horz" pos="778">
          <p15:clr>
            <a:srgbClr val="FBAE40"/>
          </p15:clr>
        </p15:guide>
        <p15:guide id="2" pos="20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re, contenu et image centrale (PIP)">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1" y="1239417"/>
            <a:ext cx="11946467" cy="2168419"/>
          </a:xfrm>
          <a:prstGeom prst="rect">
            <a:avLst/>
          </a:prstGeom>
        </p:spPr>
        <p:txBody>
          <a:bodyPr/>
          <a:lstStyle/>
          <a:p>
            <a:r>
              <a:rPr lang="fr-FR"/>
              <a:t>Cliquez sur l'icône pour ajouter une image</a:t>
            </a:r>
          </a:p>
        </p:txBody>
      </p:sp>
      <p:sp>
        <p:nvSpPr>
          <p:cNvPr id="12" name="Rectangle 11"/>
          <p:cNvSpPr/>
          <p:nvPr/>
        </p:nvSpPr>
        <p:spPr>
          <a:xfrm>
            <a:off x="8700678" y="4884858"/>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5" y="6443138"/>
            <a:ext cx="10507132"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6" name="Espace réservé du texte 5"/>
          <p:cNvSpPr>
            <a:spLocks noGrp="1"/>
          </p:cNvSpPr>
          <p:nvPr>
            <p:ph type="body" sz="quarter" idx="18"/>
          </p:nvPr>
        </p:nvSpPr>
        <p:spPr>
          <a:xfrm>
            <a:off x="911227" y="3515525"/>
            <a:ext cx="10941844"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2"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2540826296"/>
      </p:ext>
    </p:extLst>
  </p:cSld>
  <p:clrMapOvr>
    <a:masterClrMapping/>
  </p:clrMapOvr>
  <p:extLst>
    <p:ext uri="{DCECCB84-F9BA-43D5-87BE-67443E8EF086}">
      <p15:sldGuideLst xmlns:p15="http://schemas.microsoft.com/office/powerpoint/2012/main">
        <p15:guide id="1" orient="horz" pos="778">
          <p15:clr>
            <a:srgbClr val="FBAE40"/>
          </p15:clr>
        </p15:guide>
        <p15:guide id="2" pos="20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re, contenu et image à gauche ">
    <p:spTree>
      <p:nvGrpSpPr>
        <p:cNvPr id="1" name=""/>
        <p:cNvGrpSpPr/>
        <p:nvPr/>
      </p:nvGrpSpPr>
      <p:grpSpPr>
        <a:xfrm>
          <a:off x="0" y="0"/>
          <a:ext cx="0" cy="0"/>
          <a:chOff x="0" y="0"/>
          <a:chExt cx="0" cy="0"/>
        </a:xfrm>
      </p:grpSpPr>
      <p:grpSp>
        <p:nvGrpSpPr>
          <p:cNvPr id="16" name="Groupe 15"/>
          <p:cNvGrpSpPr/>
          <p:nvPr/>
        </p:nvGrpSpPr>
        <p:grpSpPr>
          <a:xfrm>
            <a:off x="62152" y="6153415"/>
            <a:ext cx="630000" cy="630000"/>
            <a:chOff x="11254317" y="5942649"/>
            <a:chExt cx="630000" cy="630000"/>
          </a:xfrm>
        </p:grpSpPr>
        <p:sp>
          <p:nvSpPr>
            <p:cNvPr id="17"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8" name="Image 1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20" name="Espace réservé pour une image  19"/>
          <p:cNvSpPr>
            <a:spLocks noGrp="1"/>
          </p:cNvSpPr>
          <p:nvPr>
            <p:ph type="pic" sz="quarter" idx="17"/>
          </p:nvPr>
        </p:nvSpPr>
        <p:spPr>
          <a:xfrm>
            <a:off x="127006" y="111127"/>
            <a:ext cx="4256881" cy="6629956"/>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23"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chemeClr val="bg1">
                    <a:lumMod val="50000"/>
                  </a:schemeClr>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24" name="Espace réservé du pied de page 4"/>
          <p:cNvSpPr>
            <a:spLocks noGrp="1"/>
          </p:cNvSpPr>
          <p:nvPr>
            <p:ph type="ftr" sz="quarter" idx="11"/>
          </p:nvPr>
        </p:nvSpPr>
        <p:spPr>
          <a:xfrm>
            <a:off x="4648201" y="6443138"/>
            <a:ext cx="7196667" cy="225425"/>
          </a:xfrm>
          <a:prstGeom prst="rect">
            <a:avLst/>
          </a:prstGeom>
        </p:spPr>
        <p:txBody>
          <a:bodyPr anchor="ctr"/>
          <a:lstStyle>
            <a:lvl1pPr algn="l">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2" name="Espace réservé du texte 3"/>
          <p:cNvSpPr>
            <a:spLocks noGrp="1"/>
          </p:cNvSpPr>
          <p:nvPr>
            <p:ph type="body" sz="quarter" idx="13"/>
          </p:nvPr>
        </p:nvSpPr>
        <p:spPr>
          <a:xfrm>
            <a:off x="4648201" y="1559431"/>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5" name="Espace réservé du texte 5"/>
          <p:cNvSpPr>
            <a:spLocks noGrp="1"/>
          </p:cNvSpPr>
          <p:nvPr>
            <p:ph type="body" sz="quarter" idx="18" hasCustomPrompt="1"/>
          </p:nvPr>
        </p:nvSpPr>
        <p:spPr>
          <a:xfrm>
            <a:off x="4638405" y="868903"/>
            <a:ext cx="7214671"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
        <p:nvSpPr>
          <p:cNvPr id="26" name="Titre 1"/>
          <p:cNvSpPr>
            <a:spLocks noGrp="1"/>
          </p:cNvSpPr>
          <p:nvPr>
            <p:ph type="title"/>
          </p:nvPr>
        </p:nvSpPr>
        <p:spPr>
          <a:xfrm>
            <a:off x="4648200" y="295018"/>
            <a:ext cx="7205133"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Tree>
    <p:extLst>
      <p:ext uri="{BB962C8B-B14F-4D97-AF65-F5344CB8AC3E}">
        <p14:creationId xmlns:p14="http://schemas.microsoft.com/office/powerpoint/2010/main" val="37496330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re, contenu et image à gauche (PIP)">
    <p:spTree>
      <p:nvGrpSpPr>
        <p:cNvPr id="1" name=""/>
        <p:cNvGrpSpPr/>
        <p:nvPr/>
      </p:nvGrpSpPr>
      <p:grpSpPr>
        <a:xfrm>
          <a:off x="0" y="0"/>
          <a:ext cx="0" cy="0"/>
          <a:chOff x="0" y="0"/>
          <a:chExt cx="0" cy="0"/>
        </a:xfrm>
      </p:grpSpPr>
      <p:sp>
        <p:nvSpPr>
          <p:cNvPr id="19" name="Rectangle 18"/>
          <p:cNvSpPr/>
          <p:nvPr/>
        </p:nvSpPr>
        <p:spPr>
          <a:xfrm>
            <a:off x="8700678" y="4884858"/>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35" name="Groupe 34"/>
          <p:cNvGrpSpPr/>
          <p:nvPr/>
        </p:nvGrpSpPr>
        <p:grpSpPr>
          <a:xfrm>
            <a:off x="62152" y="6153415"/>
            <a:ext cx="630000" cy="630000"/>
            <a:chOff x="11254317" y="5942649"/>
            <a:chExt cx="630000" cy="630000"/>
          </a:xfrm>
        </p:grpSpPr>
        <p:sp>
          <p:nvSpPr>
            <p:cNvPr id="36"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37" name="Image 3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54" name="Espace réservé pour une image  53"/>
          <p:cNvSpPr>
            <a:spLocks noGrp="1"/>
          </p:cNvSpPr>
          <p:nvPr>
            <p:ph type="pic" sz="quarter" idx="17"/>
          </p:nvPr>
        </p:nvSpPr>
        <p:spPr>
          <a:xfrm>
            <a:off x="127006" y="111127"/>
            <a:ext cx="4256881" cy="6629956"/>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55"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chemeClr val="bg1">
                    <a:lumMod val="50000"/>
                  </a:schemeClr>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56" name="Espace réservé du pied de page 4"/>
          <p:cNvSpPr>
            <a:spLocks noGrp="1"/>
          </p:cNvSpPr>
          <p:nvPr>
            <p:ph type="ftr" sz="quarter" idx="11"/>
          </p:nvPr>
        </p:nvSpPr>
        <p:spPr>
          <a:xfrm>
            <a:off x="4648203" y="6443138"/>
            <a:ext cx="7264401" cy="225425"/>
          </a:xfrm>
          <a:prstGeom prst="rect">
            <a:avLst/>
          </a:prstGeom>
        </p:spPr>
        <p:txBody>
          <a:bodyPr anchor="ctr"/>
          <a:lstStyle>
            <a:lvl1pPr algn="l">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6" name="Espace réservé du texte 3"/>
          <p:cNvSpPr>
            <a:spLocks noGrp="1"/>
          </p:cNvSpPr>
          <p:nvPr>
            <p:ph type="body" sz="quarter" idx="13"/>
          </p:nvPr>
        </p:nvSpPr>
        <p:spPr>
          <a:xfrm>
            <a:off x="4648201" y="1559431"/>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18" name="Titre 1"/>
          <p:cNvSpPr>
            <a:spLocks noGrp="1"/>
          </p:cNvSpPr>
          <p:nvPr>
            <p:ph type="title"/>
          </p:nvPr>
        </p:nvSpPr>
        <p:spPr>
          <a:xfrm>
            <a:off x="4648200" y="295018"/>
            <a:ext cx="7205133"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texte 5"/>
          <p:cNvSpPr>
            <a:spLocks noGrp="1"/>
          </p:cNvSpPr>
          <p:nvPr>
            <p:ph type="body" sz="quarter" idx="14" hasCustomPrompt="1"/>
          </p:nvPr>
        </p:nvSpPr>
        <p:spPr>
          <a:xfrm>
            <a:off x="4638405" y="868903"/>
            <a:ext cx="7214671"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2520840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re et vide (PIP)">
    <p:spTree>
      <p:nvGrpSpPr>
        <p:cNvPr id="1" name=""/>
        <p:cNvGrpSpPr/>
        <p:nvPr/>
      </p:nvGrpSpPr>
      <p:grpSpPr>
        <a:xfrm>
          <a:off x="0" y="0"/>
          <a:ext cx="0" cy="0"/>
          <a:chOff x="0" y="0"/>
          <a:chExt cx="0" cy="0"/>
        </a:xfrm>
      </p:grpSpPr>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0" name="Image 19"/>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8"/>
            <a:ext cx="10521000" cy="225425"/>
          </a:xfrm>
          <a:prstGeom prst="rect">
            <a:avLst/>
          </a:prstGeom>
        </p:spPr>
        <p:txBody>
          <a:bodyPr anchor="ctr"/>
          <a:lstStyle>
            <a:lvl1pPr>
              <a:defRPr lang="fr-FR" sz="900" kern="1200" spc="151" dirty="0" smtClean="0">
                <a:solidFill>
                  <a:srgbClr val="003A8D"/>
                </a:solidFill>
                <a:latin typeface="Segoe UI" panose="020B0502040204020203" pitchFamily="34" charset="0"/>
                <a:ea typeface="+mn-ea"/>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1"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13"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18"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
        <p:nvSpPr>
          <p:cNvPr id="2" name="Ellipse 1">
            <a:extLst>
              <a:ext uri="{FF2B5EF4-FFF2-40B4-BE49-F238E27FC236}">
                <a16:creationId xmlns:a16="http://schemas.microsoft.com/office/drawing/2014/main" id="{FEFAB52E-6F3B-3115-F9F8-8E5A06D4765F}"/>
              </a:ext>
            </a:extLst>
          </p:cNvPr>
          <p:cNvSpPr/>
          <p:nvPr userDrawn="1"/>
        </p:nvSpPr>
        <p:spPr>
          <a:xfrm>
            <a:off x="663117" y="1653979"/>
            <a:ext cx="901832" cy="901832"/>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33">
              <a:latin typeface="Segoe UI" panose="020B0502040204020203" pitchFamily="34" charset="0"/>
              <a:cs typeface="Segoe UI" panose="020B0502040204020203" pitchFamily="34" charset="0"/>
            </a:endParaRPr>
          </a:p>
        </p:txBody>
      </p:sp>
      <p:sp>
        <p:nvSpPr>
          <p:cNvPr id="3" name="Ellipse 2">
            <a:extLst>
              <a:ext uri="{FF2B5EF4-FFF2-40B4-BE49-F238E27FC236}">
                <a16:creationId xmlns:a16="http://schemas.microsoft.com/office/drawing/2014/main" id="{89C0302C-CDA5-1959-B928-B6A664A07477}"/>
              </a:ext>
            </a:extLst>
          </p:cNvPr>
          <p:cNvSpPr/>
          <p:nvPr userDrawn="1"/>
        </p:nvSpPr>
        <p:spPr>
          <a:xfrm>
            <a:off x="2596044" y="1646341"/>
            <a:ext cx="901832" cy="901832"/>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33">
              <a:latin typeface="Segoe UI" panose="020B0502040204020203" pitchFamily="34" charset="0"/>
              <a:cs typeface="Segoe UI" panose="020B0502040204020203" pitchFamily="34" charset="0"/>
            </a:endParaRPr>
          </a:p>
        </p:txBody>
      </p:sp>
      <p:sp>
        <p:nvSpPr>
          <p:cNvPr id="4" name="Ellipse 3">
            <a:extLst>
              <a:ext uri="{FF2B5EF4-FFF2-40B4-BE49-F238E27FC236}">
                <a16:creationId xmlns:a16="http://schemas.microsoft.com/office/drawing/2014/main" id="{4858BC39-4E29-12B5-9DBD-22986CD631BF}"/>
              </a:ext>
            </a:extLst>
          </p:cNvPr>
          <p:cNvSpPr/>
          <p:nvPr userDrawn="1"/>
        </p:nvSpPr>
        <p:spPr>
          <a:xfrm>
            <a:off x="4910961" y="1661859"/>
            <a:ext cx="901832" cy="901832"/>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33">
              <a:latin typeface="Segoe UI" panose="020B0502040204020203" pitchFamily="34" charset="0"/>
              <a:cs typeface="Segoe UI" panose="020B0502040204020203" pitchFamily="34" charset="0"/>
            </a:endParaRPr>
          </a:p>
        </p:txBody>
      </p:sp>
      <p:pic>
        <p:nvPicPr>
          <p:cNvPr id="5" name="Graphique 4" descr="Mille avec un remplissage uni">
            <a:extLst>
              <a:ext uri="{FF2B5EF4-FFF2-40B4-BE49-F238E27FC236}">
                <a16:creationId xmlns:a16="http://schemas.microsoft.com/office/drawing/2014/main" id="{F75CC333-2BB8-77CA-ACB9-F3ECC353BBFB}"/>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023366" y="1765942"/>
            <a:ext cx="677025" cy="677025"/>
          </a:xfrm>
          <a:prstGeom prst="rect">
            <a:avLst/>
          </a:prstGeom>
        </p:spPr>
      </p:pic>
      <p:pic>
        <p:nvPicPr>
          <p:cNvPr id="6" name="Graphique 5" descr="Groupe d’hommes avec un remplissage uni">
            <a:extLst>
              <a:ext uri="{FF2B5EF4-FFF2-40B4-BE49-F238E27FC236}">
                <a16:creationId xmlns:a16="http://schemas.microsoft.com/office/drawing/2014/main" id="{A1F1D8E0-811C-EEFE-86FE-C73F2BAD75F6}"/>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715701" y="1744621"/>
            <a:ext cx="677025" cy="677025"/>
          </a:xfrm>
          <a:prstGeom prst="rect">
            <a:avLst/>
          </a:prstGeom>
        </p:spPr>
      </p:pic>
      <p:pic>
        <p:nvPicPr>
          <p:cNvPr id="7" name="Graphique 6" descr="Sablier 60% avec un remplissage uni">
            <a:extLst>
              <a:ext uri="{FF2B5EF4-FFF2-40B4-BE49-F238E27FC236}">
                <a16:creationId xmlns:a16="http://schemas.microsoft.com/office/drawing/2014/main" id="{BF761236-DA53-F1D8-54C7-6F9A9BAA0A90}"/>
              </a:ext>
            </a:extLst>
          </p:cNvPr>
          <p:cNvPicPr>
            <a:picLocks noChangeAspect="1"/>
          </p:cNvPicPr>
          <p:nvPr userDrawn="1"/>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778594" y="1756910"/>
            <a:ext cx="677025" cy="677025"/>
          </a:xfrm>
          <a:prstGeom prst="rect">
            <a:avLst/>
          </a:prstGeom>
        </p:spPr>
      </p:pic>
      <p:sp>
        <p:nvSpPr>
          <p:cNvPr id="8" name="ZoneTexte 7">
            <a:extLst>
              <a:ext uri="{FF2B5EF4-FFF2-40B4-BE49-F238E27FC236}">
                <a16:creationId xmlns:a16="http://schemas.microsoft.com/office/drawing/2014/main" id="{7B9A3405-E62E-00E3-B6A1-3E99A3859A2D}"/>
              </a:ext>
            </a:extLst>
          </p:cNvPr>
          <p:cNvSpPr txBox="1"/>
          <p:nvPr userDrawn="1"/>
        </p:nvSpPr>
        <p:spPr>
          <a:xfrm flipH="1">
            <a:off x="492211" y="2708817"/>
            <a:ext cx="1236991" cy="205121"/>
          </a:xfrm>
          <a:prstGeom prst="rect">
            <a:avLst/>
          </a:prstGeom>
          <a:noFill/>
        </p:spPr>
        <p:txBody>
          <a:bodyPr wrap="square" lIns="0" tIns="0" rIns="0" bIns="0" rtlCol="0" anchor="ctr">
            <a:spAutoFit/>
          </a:bodyPr>
          <a:lstStyle/>
          <a:p>
            <a:pPr algn="ctr"/>
            <a:r>
              <a:rPr lang="fr-FR" sz="1333" b="1">
                <a:solidFill>
                  <a:schemeClr val="accent4"/>
                </a:solidFill>
                <a:latin typeface="Segoe UI" panose="020B0502040204020203" pitchFamily="34" charset="0"/>
                <a:cs typeface="Segoe UI" panose="020B0502040204020203" pitchFamily="34" charset="0"/>
              </a:rPr>
              <a:t>Durée</a:t>
            </a:r>
          </a:p>
        </p:txBody>
      </p:sp>
      <p:sp>
        <p:nvSpPr>
          <p:cNvPr id="10" name="ZoneTexte 9">
            <a:extLst>
              <a:ext uri="{FF2B5EF4-FFF2-40B4-BE49-F238E27FC236}">
                <a16:creationId xmlns:a16="http://schemas.microsoft.com/office/drawing/2014/main" id="{050BF24A-086E-CC9E-2749-4DE36A166859}"/>
              </a:ext>
            </a:extLst>
          </p:cNvPr>
          <p:cNvSpPr txBox="1"/>
          <p:nvPr userDrawn="1"/>
        </p:nvSpPr>
        <p:spPr>
          <a:xfrm flipH="1">
            <a:off x="2431803" y="2701180"/>
            <a:ext cx="1236991" cy="205121"/>
          </a:xfrm>
          <a:prstGeom prst="rect">
            <a:avLst/>
          </a:prstGeom>
          <a:noFill/>
        </p:spPr>
        <p:txBody>
          <a:bodyPr wrap="square" lIns="0" tIns="0" rIns="0" bIns="0" rtlCol="0" anchor="ctr">
            <a:spAutoFit/>
          </a:bodyPr>
          <a:lstStyle/>
          <a:p>
            <a:pPr algn="ctr"/>
            <a:r>
              <a:rPr lang="fr-FR" sz="1333" b="1">
                <a:solidFill>
                  <a:schemeClr val="accent6"/>
                </a:solidFill>
                <a:latin typeface="Segoe UI" panose="020B0502040204020203" pitchFamily="34" charset="0"/>
                <a:cs typeface="Segoe UI" panose="020B0502040204020203" pitchFamily="34" charset="0"/>
              </a:rPr>
              <a:t>Format</a:t>
            </a:r>
          </a:p>
        </p:txBody>
      </p:sp>
      <p:sp>
        <p:nvSpPr>
          <p:cNvPr id="11" name="ZoneTexte 10">
            <a:extLst>
              <a:ext uri="{FF2B5EF4-FFF2-40B4-BE49-F238E27FC236}">
                <a16:creationId xmlns:a16="http://schemas.microsoft.com/office/drawing/2014/main" id="{4FCF8939-22FA-F500-A735-6BF934C1DB98}"/>
              </a:ext>
            </a:extLst>
          </p:cNvPr>
          <p:cNvSpPr txBox="1"/>
          <p:nvPr userDrawn="1"/>
        </p:nvSpPr>
        <p:spPr>
          <a:xfrm flipH="1">
            <a:off x="4746721" y="2722502"/>
            <a:ext cx="1236991" cy="205121"/>
          </a:xfrm>
          <a:prstGeom prst="rect">
            <a:avLst/>
          </a:prstGeom>
          <a:noFill/>
        </p:spPr>
        <p:txBody>
          <a:bodyPr wrap="square" lIns="0" tIns="0" rIns="0" bIns="0" rtlCol="0" anchor="ctr">
            <a:spAutoFit/>
          </a:bodyPr>
          <a:lstStyle/>
          <a:p>
            <a:pPr algn="ctr"/>
            <a:r>
              <a:rPr lang="fr-FR" sz="1333" b="1">
                <a:solidFill>
                  <a:schemeClr val="accent5"/>
                </a:solidFill>
                <a:latin typeface="Segoe UI" panose="020B0502040204020203" pitchFamily="34" charset="0"/>
                <a:cs typeface="Segoe UI" panose="020B0502040204020203" pitchFamily="34" charset="0"/>
              </a:rPr>
              <a:t>Objectif</a:t>
            </a:r>
          </a:p>
        </p:txBody>
      </p:sp>
      <p:sp>
        <p:nvSpPr>
          <p:cNvPr id="12" name="ZoneTexte 11">
            <a:extLst>
              <a:ext uri="{FF2B5EF4-FFF2-40B4-BE49-F238E27FC236}">
                <a16:creationId xmlns:a16="http://schemas.microsoft.com/office/drawing/2014/main" id="{3C831EE1-EB91-A3DF-E80B-1FD08C72C5DA}"/>
              </a:ext>
            </a:extLst>
          </p:cNvPr>
          <p:cNvSpPr txBox="1"/>
          <p:nvPr userDrawn="1"/>
        </p:nvSpPr>
        <p:spPr>
          <a:xfrm>
            <a:off x="512379" y="3812800"/>
            <a:ext cx="4823053" cy="205121"/>
          </a:xfrm>
          <a:prstGeom prst="rect">
            <a:avLst/>
          </a:prstGeom>
          <a:noFill/>
        </p:spPr>
        <p:txBody>
          <a:bodyPr wrap="square" lIns="0" tIns="0" rIns="0" bIns="0" rtlCol="0" anchor="ctr">
            <a:spAutoFit/>
          </a:bodyPr>
          <a:lstStyle/>
          <a:p>
            <a:r>
              <a:rPr lang="fr-FR" sz="1333" b="1">
                <a:latin typeface="Segoe UI" panose="020B0502040204020203" pitchFamily="34" charset="0"/>
                <a:cs typeface="Segoe UI" panose="020B0502040204020203" pitchFamily="34" charset="0"/>
              </a:rPr>
              <a:t>Consignes de l’atelier</a:t>
            </a:r>
          </a:p>
        </p:txBody>
      </p:sp>
      <p:sp>
        <p:nvSpPr>
          <p:cNvPr id="16" name="Espace réservé du texte 29">
            <a:extLst>
              <a:ext uri="{FF2B5EF4-FFF2-40B4-BE49-F238E27FC236}">
                <a16:creationId xmlns:a16="http://schemas.microsoft.com/office/drawing/2014/main" id="{49FA598D-C862-D3B5-7BB4-8902CF4F6FEE}"/>
              </a:ext>
            </a:extLst>
          </p:cNvPr>
          <p:cNvSpPr>
            <a:spLocks noGrp="1"/>
          </p:cNvSpPr>
          <p:nvPr>
            <p:ph type="body" sz="quarter" idx="15"/>
          </p:nvPr>
        </p:nvSpPr>
        <p:spPr>
          <a:xfrm>
            <a:off x="492209" y="4190031"/>
            <a:ext cx="6003952" cy="1799068"/>
          </a:xfrm>
          <a:prstGeom prst="rect">
            <a:avLst/>
          </a:prstGeom>
        </p:spPr>
        <p:txBody>
          <a:bodyPr/>
          <a:lstStyle>
            <a:lvl1pPr marL="0" indent="0">
              <a:buClr>
                <a:schemeClr val="accent2"/>
              </a:buClr>
              <a:buSzPct val="150000"/>
              <a:buFont typeface="+mj-lt"/>
              <a:buNone/>
              <a:defRPr sz="1333" b="0" i="0">
                <a:latin typeface="Segoe UI" panose="020B0502040204020203" pitchFamily="34" charset="0"/>
                <a:cs typeface="Segoe UI" panose="020B0502040204020203" pitchFamily="34" charset="0"/>
              </a:defRPr>
            </a:lvl1pPr>
          </a:lstStyle>
          <a:p>
            <a:pPr lvl="0"/>
            <a:endParaRPr lang="fr-FR"/>
          </a:p>
        </p:txBody>
      </p:sp>
      <p:sp>
        <p:nvSpPr>
          <p:cNvPr id="19" name="Espace réservé du texte 29">
            <a:extLst>
              <a:ext uri="{FF2B5EF4-FFF2-40B4-BE49-F238E27FC236}">
                <a16:creationId xmlns:a16="http://schemas.microsoft.com/office/drawing/2014/main" id="{2333FD7E-52FC-6C26-C5BC-55CE8B1EAEEA}"/>
              </a:ext>
            </a:extLst>
          </p:cNvPr>
          <p:cNvSpPr>
            <a:spLocks noGrp="1"/>
          </p:cNvSpPr>
          <p:nvPr>
            <p:ph type="body" sz="quarter" idx="13" hasCustomPrompt="1"/>
          </p:nvPr>
        </p:nvSpPr>
        <p:spPr>
          <a:xfrm>
            <a:off x="499124" y="3026620"/>
            <a:ext cx="1244008" cy="407357"/>
          </a:xfrm>
          <a:prstGeom prst="rect">
            <a:avLst/>
          </a:prstGeom>
        </p:spPr>
        <p:txBody>
          <a:bodyPr/>
          <a:lstStyle>
            <a:lvl1pPr marL="0" indent="0" algn="ctr">
              <a:buClr>
                <a:schemeClr val="accent2"/>
              </a:buClr>
              <a:buSzPct val="150000"/>
              <a:buFont typeface="+mj-lt"/>
              <a:buNone/>
              <a:defRPr sz="1333" b="0" i="0">
                <a:latin typeface="Segoe UI" panose="020B0502040204020203" pitchFamily="34" charset="0"/>
                <a:cs typeface="Segoe UI" panose="020B0502040204020203" pitchFamily="34" charset="0"/>
              </a:defRPr>
            </a:lvl1pPr>
          </a:lstStyle>
          <a:p>
            <a:pPr lvl="0"/>
            <a:r>
              <a:rPr lang="fr-FR"/>
              <a:t>XX minutes</a:t>
            </a:r>
          </a:p>
        </p:txBody>
      </p:sp>
      <p:sp>
        <p:nvSpPr>
          <p:cNvPr id="22" name="Espace réservé du texte 29">
            <a:extLst>
              <a:ext uri="{FF2B5EF4-FFF2-40B4-BE49-F238E27FC236}">
                <a16:creationId xmlns:a16="http://schemas.microsoft.com/office/drawing/2014/main" id="{B6F4EBEF-9F35-B3E8-CED2-23B0974294D0}"/>
              </a:ext>
            </a:extLst>
          </p:cNvPr>
          <p:cNvSpPr>
            <a:spLocks noGrp="1"/>
          </p:cNvSpPr>
          <p:nvPr>
            <p:ph type="body" sz="quarter" idx="16" hasCustomPrompt="1"/>
          </p:nvPr>
        </p:nvSpPr>
        <p:spPr>
          <a:xfrm>
            <a:off x="2447413" y="3019504"/>
            <a:ext cx="1244008" cy="407357"/>
          </a:xfrm>
          <a:prstGeom prst="rect">
            <a:avLst/>
          </a:prstGeom>
        </p:spPr>
        <p:txBody>
          <a:bodyPr/>
          <a:lstStyle>
            <a:lvl1pPr marL="0" indent="0" algn="ctr">
              <a:buClr>
                <a:schemeClr val="accent2"/>
              </a:buClr>
              <a:buSzPct val="150000"/>
              <a:buFont typeface="+mj-lt"/>
              <a:buNone/>
              <a:defRPr sz="1333" b="0" i="0">
                <a:latin typeface="Segoe UI" panose="020B0502040204020203" pitchFamily="34" charset="0"/>
                <a:cs typeface="Segoe UI" panose="020B0502040204020203" pitchFamily="34" charset="0"/>
              </a:defRPr>
            </a:lvl1pPr>
          </a:lstStyle>
          <a:p>
            <a:pPr lvl="0"/>
            <a:r>
              <a:rPr lang="fr-FR"/>
              <a:t>En plénière</a:t>
            </a:r>
          </a:p>
        </p:txBody>
      </p:sp>
      <p:sp>
        <p:nvSpPr>
          <p:cNvPr id="23" name="Espace réservé du texte 29">
            <a:extLst>
              <a:ext uri="{FF2B5EF4-FFF2-40B4-BE49-F238E27FC236}">
                <a16:creationId xmlns:a16="http://schemas.microsoft.com/office/drawing/2014/main" id="{9FB56F7E-DFF1-F1B9-FDA3-86949DC431D2}"/>
              </a:ext>
            </a:extLst>
          </p:cNvPr>
          <p:cNvSpPr>
            <a:spLocks noGrp="1"/>
          </p:cNvSpPr>
          <p:nvPr>
            <p:ph type="body" sz="quarter" idx="17" hasCustomPrompt="1"/>
          </p:nvPr>
        </p:nvSpPr>
        <p:spPr>
          <a:xfrm>
            <a:off x="4371395" y="3033191"/>
            <a:ext cx="1987639" cy="407357"/>
          </a:xfrm>
          <a:prstGeom prst="rect">
            <a:avLst/>
          </a:prstGeom>
        </p:spPr>
        <p:txBody>
          <a:bodyPr/>
          <a:lstStyle>
            <a:lvl1pPr marL="0" indent="0" algn="ctr">
              <a:buClr>
                <a:schemeClr val="accent2"/>
              </a:buClr>
              <a:buSzPct val="150000"/>
              <a:buFont typeface="+mj-lt"/>
              <a:buNone/>
              <a:defRPr sz="1333" b="0" i="0">
                <a:latin typeface="Segoe UI" panose="020B0502040204020203" pitchFamily="34" charset="0"/>
                <a:cs typeface="Segoe UI" panose="020B0502040204020203" pitchFamily="34" charset="0"/>
              </a:defRPr>
            </a:lvl1pPr>
          </a:lstStyle>
          <a:p>
            <a:pPr lvl="0"/>
            <a:r>
              <a:rPr lang="fr-FR"/>
              <a:t>Détailler l’objectif</a:t>
            </a:r>
          </a:p>
        </p:txBody>
      </p:sp>
    </p:spTree>
    <p:extLst>
      <p:ext uri="{BB962C8B-B14F-4D97-AF65-F5344CB8AC3E}">
        <p14:creationId xmlns:p14="http://schemas.microsoft.com/office/powerpoint/2010/main" val="41510456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re et vide">
    <p:spTree>
      <p:nvGrpSpPr>
        <p:cNvPr id="1" name=""/>
        <p:cNvGrpSpPr/>
        <p:nvPr/>
      </p:nvGrpSpPr>
      <p:grpSpPr>
        <a:xfrm>
          <a:off x="0" y="0"/>
          <a:ext cx="0" cy="0"/>
          <a:chOff x="0" y="0"/>
          <a:chExt cx="0" cy="0"/>
        </a:xfrm>
      </p:grpSpPr>
      <p:grpSp>
        <p:nvGrpSpPr>
          <p:cNvPr id="13" name="Groupe 12"/>
          <p:cNvGrpSpPr/>
          <p:nvPr/>
        </p:nvGrpSpPr>
        <p:grpSpPr>
          <a:xfrm>
            <a:off x="62152" y="6153415"/>
            <a:ext cx="630000" cy="630000"/>
            <a:chOff x="11254317" y="5942649"/>
            <a:chExt cx="630000" cy="630000"/>
          </a:xfrm>
        </p:grpSpPr>
        <p:sp>
          <p:nvSpPr>
            <p:cNvPr id="14"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8" name="Image 1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9" name="Espace réservé du pied de page 4"/>
          <p:cNvSpPr>
            <a:spLocks noGrp="1"/>
          </p:cNvSpPr>
          <p:nvPr>
            <p:ph type="ftr" sz="quarter" idx="11"/>
          </p:nvPr>
        </p:nvSpPr>
        <p:spPr>
          <a:xfrm>
            <a:off x="1337733" y="6443138"/>
            <a:ext cx="10515600"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0"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11"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16" name="Espace réservé du texte 5"/>
          <p:cNvSpPr>
            <a:spLocks noGrp="1"/>
          </p:cNvSpPr>
          <p:nvPr>
            <p:ph type="body" sz="quarter" idx="14" hasCustomPrompt="1"/>
          </p:nvPr>
        </p:nvSpPr>
        <p:spPr>
          <a:xfrm>
            <a:off x="821538" y="868903"/>
            <a:ext cx="11031537" cy="352956"/>
          </a:xfrm>
          <a:prstGeom prst="rect">
            <a:avLst/>
          </a:prstGeom>
        </p:spPr>
        <p:txBody>
          <a:bodyPr/>
          <a:lstStyle>
            <a:lvl1pPr marL="0" indent="0" algn="l" defTabSz="914286"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13922433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1_Titre principal">
    <p:spTree>
      <p:nvGrpSpPr>
        <p:cNvPr id="1" name=""/>
        <p:cNvGrpSpPr/>
        <p:nvPr/>
      </p:nvGrpSpPr>
      <p:grpSpPr>
        <a:xfrm>
          <a:off x="0" y="0"/>
          <a:ext cx="0" cy="0"/>
          <a:chOff x="0" y="0"/>
          <a:chExt cx="0" cy="0"/>
        </a:xfrm>
      </p:grpSpPr>
      <p:sp>
        <p:nvSpPr>
          <p:cNvPr id="7" name="Rectangle à coins arrondis 6"/>
          <p:cNvSpPr/>
          <p:nvPr/>
        </p:nvSpPr>
        <p:spPr>
          <a:xfrm>
            <a:off x="266700" y="190503"/>
            <a:ext cx="11658600" cy="5549900"/>
          </a:xfrm>
          <a:prstGeom prst="roundRect">
            <a:avLst>
              <a:gd name="adj" fmla="val 3479"/>
            </a:avLst>
          </a:prstGeom>
          <a:blipFill>
            <a:blip r:embed="rId2" cstate="email">
              <a:extLst>
                <a:ext uri="{28A0092B-C50C-407E-A947-70E740481C1C}">
                  <a14:useLocalDpi xmlns:a14="http://schemas.microsoft.com/office/drawing/2010/main"/>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8" name="Rectangle à coins arrondis 7"/>
          <p:cNvSpPr/>
          <p:nvPr/>
        </p:nvSpPr>
        <p:spPr>
          <a:xfrm>
            <a:off x="266700" y="190503"/>
            <a:ext cx="11658600" cy="5549900"/>
          </a:xfrm>
          <a:prstGeom prst="roundRect">
            <a:avLst>
              <a:gd name="adj" fmla="val 3479"/>
            </a:avLst>
          </a:prstGeom>
          <a:solidFill>
            <a:srgbClr val="003A8D">
              <a:alpha val="43000"/>
            </a:srgb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2" name="Title 1"/>
          <p:cNvSpPr>
            <a:spLocks noGrp="1"/>
          </p:cNvSpPr>
          <p:nvPr>
            <p:ph type="ctrTitle"/>
          </p:nvPr>
        </p:nvSpPr>
        <p:spPr>
          <a:xfrm>
            <a:off x="4880008" y="1652564"/>
            <a:ext cx="5787992" cy="2145456"/>
          </a:xfrm>
          <a:prstGeom prst="rect">
            <a:avLst/>
          </a:prstGeom>
        </p:spPr>
        <p:txBody>
          <a:bodyPr anchor="b"/>
          <a:lstStyle>
            <a:lvl1pPr algn="l">
              <a:defRPr sz="6000">
                <a:solidFill>
                  <a:schemeClr val="bg1">
                    <a:lumMod val="95000"/>
                  </a:schemeClr>
                </a:solidFill>
              </a:defRPr>
            </a:lvl1pPr>
          </a:lstStyle>
          <a:p>
            <a:r>
              <a:rPr lang="fr-FR"/>
              <a:t>Modifiez le style du titre</a:t>
            </a:r>
            <a:endParaRPr lang="en-US"/>
          </a:p>
        </p:txBody>
      </p:sp>
      <p:sp>
        <p:nvSpPr>
          <p:cNvPr id="3" name="Subtitle 2"/>
          <p:cNvSpPr>
            <a:spLocks noGrp="1"/>
          </p:cNvSpPr>
          <p:nvPr>
            <p:ph type="subTitle" idx="1"/>
          </p:nvPr>
        </p:nvSpPr>
        <p:spPr>
          <a:xfrm>
            <a:off x="4880008" y="3969727"/>
            <a:ext cx="5787992" cy="1288076"/>
          </a:xfrm>
          <a:prstGeom prst="rect">
            <a:avLst/>
          </a:prstGeom>
        </p:spPr>
        <p:txBody>
          <a:bodyPr/>
          <a:lstStyle>
            <a:lvl1pPr marL="0" indent="0" algn="l">
              <a:buNone/>
              <a:defRPr sz="2400">
                <a:solidFill>
                  <a:schemeClr val="bg1">
                    <a:lumMod val="95000"/>
                  </a:schemeClr>
                </a:solidFill>
              </a:defRPr>
            </a:lvl1pPr>
            <a:lvl2pPr marL="457155" indent="0" algn="ctr">
              <a:buNone/>
              <a:defRPr sz="2000"/>
            </a:lvl2pPr>
            <a:lvl3pPr marL="914309" indent="0" algn="ctr">
              <a:buNone/>
              <a:defRPr sz="18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lang="fr-FR"/>
              <a:t>Modifiez le style des sous-titres du masque</a:t>
            </a:r>
            <a:endParaRPr lang="en-US"/>
          </a:p>
        </p:txBody>
      </p:sp>
      <p:sp>
        <p:nvSpPr>
          <p:cNvPr id="9" name="Rectangle 13"/>
          <p:cNvSpPr/>
          <p:nvPr/>
        </p:nvSpPr>
        <p:spPr>
          <a:xfrm>
            <a:off x="4880014" y="3858690"/>
            <a:ext cx="5375359" cy="45719"/>
          </a:xfrm>
          <a:custGeom>
            <a:avLst/>
            <a:gdLst>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0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0 w 5342021"/>
              <a:gd name="connsiteY4" fmla="*/ 0 h 45719"/>
              <a:gd name="connsiteX0" fmla="*/ 42863 w 5342021"/>
              <a:gd name="connsiteY0" fmla="*/ 0 h 45719"/>
              <a:gd name="connsiteX1" fmla="*/ 5342021 w 5342021"/>
              <a:gd name="connsiteY1" fmla="*/ 0 h 45719"/>
              <a:gd name="connsiteX2" fmla="*/ 5342021 w 5342021"/>
              <a:gd name="connsiteY2" fmla="*/ 45719 h 45719"/>
              <a:gd name="connsiteX3" fmla="*/ 0 w 5342021"/>
              <a:gd name="connsiteY3" fmla="*/ 45719 h 45719"/>
              <a:gd name="connsiteX4" fmla="*/ 42863 w 5342021"/>
              <a:gd name="connsiteY4" fmla="*/ 0 h 45719"/>
              <a:gd name="connsiteX0" fmla="*/ 42863 w 5375359"/>
              <a:gd name="connsiteY0" fmla="*/ 0 h 45719"/>
              <a:gd name="connsiteX1" fmla="*/ 5375359 w 5375359"/>
              <a:gd name="connsiteY1" fmla="*/ 4762 h 45719"/>
              <a:gd name="connsiteX2" fmla="*/ 5342021 w 5375359"/>
              <a:gd name="connsiteY2" fmla="*/ 45719 h 45719"/>
              <a:gd name="connsiteX3" fmla="*/ 0 w 5375359"/>
              <a:gd name="connsiteY3" fmla="*/ 45719 h 45719"/>
              <a:gd name="connsiteX4" fmla="*/ 42863 w 5375359"/>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75359" h="45719">
                <a:moveTo>
                  <a:pt x="42863" y="0"/>
                </a:moveTo>
                <a:lnTo>
                  <a:pt x="5375359" y="4762"/>
                </a:lnTo>
                <a:lnTo>
                  <a:pt x="5342021" y="45719"/>
                </a:lnTo>
                <a:lnTo>
                  <a:pt x="0" y="45719"/>
                </a:lnTo>
                <a:lnTo>
                  <a:pt x="42863" y="0"/>
                </a:lnTo>
                <a:close/>
              </a:path>
            </a:pathLst>
          </a:custGeom>
          <a:gradFill flip="none" rotWithShape="1">
            <a:gsLst>
              <a:gs pos="0">
                <a:srgbClr val="285C99"/>
              </a:gs>
              <a:gs pos="78000">
                <a:srgbClr val="285C99"/>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pic>
        <p:nvPicPr>
          <p:cNvPr id="10" name="Image 9"/>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51996" y="5805725"/>
            <a:ext cx="1018605" cy="941409"/>
          </a:xfrm>
          <a:prstGeom prst="rect">
            <a:avLst/>
          </a:prstGeom>
        </p:spPr>
      </p:pic>
      <p:pic>
        <p:nvPicPr>
          <p:cNvPr id="11" name="Image 10"/>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23647" y="6349879"/>
            <a:ext cx="1509804" cy="189484"/>
          </a:xfrm>
          <a:prstGeom prst="rect">
            <a:avLst/>
          </a:prstGeom>
        </p:spPr>
      </p:pic>
      <p:pic>
        <p:nvPicPr>
          <p:cNvPr id="12" name="Image 1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443109" y="6307277"/>
            <a:ext cx="531475" cy="274695"/>
          </a:xfrm>
          <a:prstGeom prst="rect">
            <a:avLst/>
          </a:prstGeom>
        </p:spPr>
      </p:pic>
    </p:spTree>
    <p:extLst>
      <p:ext uri="{BB962C8B-B14F-4D97-AF65-F5344CB8AC3E}">
        <p14:creationId xmlns:p14="http://schemas.microsoft.com/office/powerpoint/2010/main" val="254876820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pied de page 4"/>
          <p:cNvSpPr>
            <a:spLocks noGrp="1"/>
          </p:cNvSpPr>
          <p:nvPr>
            <p:ph type="ftr" sz="quarter" idx="11"/>
          </p:nvPr>
        </p:nvSpPr>
        <p:spPr>
          <a:xfrm>
            <a:off x="1337733" y="6443137"/>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2"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grpSp>
        <p:nvGrpSpPr>
          <p:cNvPr id="17" name="Groupe 16"/>
          <p:cNvGrpSpPr/>
          <p:nvPr/>
        </p:nvGrpSpPr>
        <p:grpSpPr>
          <a:xfrm>
            <a:off x="62152" y="6153415"/>
            <a:ext cx="630000" cy="630000"/>
            <a:chOff x="11254317" y="5942649"/>
            <a:chExt cx="630000" cy="630000"/>
          </a:xfrm>
        </p:grpSpPr>
        <p:sp>
          <p:nvSpPr>
            <p:cNvPr id="18"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7" y="1480879"/>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7" y="868903"/>
            <a:ext cx="11031537" cy="352956"/>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3306420901"/>
      </p:ext>
    </p:extLst>
  </p:cSld>
  <p:clrMapOvr>
    <a:masterClrMapping/>
  </p:clrMapOvr>
  <p:extLst>
    <p:ext uri="{DCECCB84-F9BA-43D5-87BE-67443E8EF086}">
      <p15:sldGuideLst xmlns:p15="http://schemas.microsoft.com/office/powerpoint/2012/main">
        <p15:guide id="1" orient="horz" pos="25">
          <p15:clr>
            <a:srgbClr val="FBAE40"/>
          </p15:clr>
        </p15:guide>
        <p15:guide id="2" pos="245">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_Titre et contenu (PIP)">
    <p:spTree>
      <p:nvGrpSpPr>
        <p:cNvPr id="1" name=""/>
        <p:cNvGrpSpPr/>
        <p:nvPr/>
      </p:nvGrpSpPr>
      <p:grpSpPr>
        <a:xfrm>
          <a:off x="0" y="0"/>
          <a:ext cx="0" cy="0"/>
          <a:chOff x="0" y="0"/>
          <a:chExt cx="0" cy="0"/>
        </a:xfrm>
      </p:grpSpPr>
      <p:sp>
        <p:nvSpPr>
          <p:cNvPr id="15" name="Rectangle 14"/>
          <p:cNvSpPr/>
          <p:nvPr/>
        </p:nvSpPr>
        <p:spPr>
          <a:xfrm>
            <a:off x="8700677" y="4884857"/>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sp>
        <p:nvSpPr>
          <p:cNvPr id="21" name="Espace réservé du pied de page 4"/>
          <p:cNvSpPr>
            <a:spLocks noGrp="1"/>
          </p:cNvSpPr>
          <p:nvPr>
            <p:ph type="ftr" sz="quarter" idx="11"/>
          </p:nvPr>
        </p:nvSpPr>
        <p:spPr>
          <a:xfrm>
            <a:off x="1337733" y="6443137"/>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2"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grpSp>
        <p:nvGrpSpPr>
          <p:cNvPr id="17" name="Groupe 16"/>
          <p:cNvGrpSpPr/>
          <p:nvPr/>
        </p:nvGrpSpPr>
        <p:grpSpPr>
          <a:xfrm>
            <a:off x="62152" y="6153415"/>
            <a:ext cx="630000" cy="630000"/>
            <a:chOff x="11254317" y="5942649"/>
            <a:chExt cx="630000" cy="630000"/>
          </a:xfrm>
        </p:grpSpPr>
        <p:sp>
          <p:nvSpPr>
            <p:cNvPr id="18"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9" name="Espace réservé du texte 3"/>
          <p:cNvSpPr>
            <a:spLocks noGrp="1"/>
          </p:cNvSpPr>
          <p:nvPr>
            <p:ph type="body" sz="quarter" idx="13"/>
          </p:nvPr>
        </p:nvSpPr>
        <p:spPr>
          <a:xfrm>
            <a:off x="821537" y="1480879"/>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4"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5"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999760806"/>
      </p:ext>
    </p:extLst>
  </p:cSld>
  <p:clrMapOvr>
    <a:masterClrMapping/>
  </p:clrMapOvr>
  <p:extLst>
    <p:ext uri="{DCECCB84-F9BA-43D5-87BE-67443E8EF086}">
      <p15:sldGuideLst xmlns:p15="http://schemas.microsoft.com/office/powerpoint/2012/main">
        <p15:guide id="1" orient="horz" pos="25">
          <p15:clr>
            <a:srgbClr val="FBAE40"/>
          </p15:clr>
        </p15:guide>
        <p15:guide id="2" pos="245">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Titre, contenu 2 colonnes">
    <p:spTree>
      <p:nvGrpSpPr>
        <p:cNvPr id="1" name=""/>
        <p:cNvGrpSpPr/>
        <p:nvPr/>
      </p:nvGrpSpPr>
      <p:grpSpPr>
        <a:xfrm>
          <a:off x="0" y="0"/>
          <a:ext cx="0" cy="0"/>
          <a:chOff x="0" y="0"/>
          <a:chExt cx="0" cy="0"/>
        </a:xfrm>
      </p:grpSpPr>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7"/>
            <a:ext cx="10515600"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20"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
        <p:nvSpPr>
          <p:cNvPr id="12" name="Espace réservé du texte 3"/>
          <p:cNvSpPr>
            <a:spLocks noGrp="1"/>
          </p:cNvSpPr>
          <p:nvPr>
            <p:ph type="body" sz="quarter" idx="13"/>
          </p:nvPr>
        </p:nvSpPr>
        <p:spPr>
          <a:xfrm>
            <a:off x="821535" y="1480879"/>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2" name="Espace réservé du texte 3"/>
          <p:cNvSpPr>
            <a:spLocks noGrp="1"/>
          </p:cNvSpPr>
          <p:nvPr>
            <p:ph type="body" sz="quarter" idx="15"/>
          </p:nvPr>
        </p:nvSpPr>
        <p:spPr>
          <a:xfrm>
            <a:off x="6477003" y="1480879"/>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3458150501"/>
      </p:ext>
    </p:extLst>
  </p:cSld>
  <p:clrMapOvr>
    <a:masterClrMapping/>
  </p:clrMapOvr>
  <p:extLst>
    <p:ext uri="{DCECCB84-F9BA-43D5-87BE-67443E8EF086}">
      <p15:sldGuideLst xmlns:p15="http://schemas.microsoft.com/office/powerpoint/2012/main">
        <p15:guide id="1" orient="horz" pos="1058">
          <p15:clr>
            <a:srgbClr val="FBAE40"/>
          </p15:clr>
        </p15:guide>
        <p15:guide id="2" pos="182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_Titre, contenu 2 colonnes (PIP)">
    <p:spTree>
      <p:nvGrpSpPr>
        <p:cNvPr id="1" name=""/>
        <p:cNvGrpSpPr/>
        <p:nvPr/>
      </p:nvGrpSpPr>
      <p:grpSpPr>
        <a:xfrm>
          <a:off x="0" y="0"/>
          <a:ext cx="0" cy="0"/>
          <a:chOff x="0" y="0"/>
          <a:chExt cx="0" cy="0"/>
        </a:xfrm>
      </p:grpSpPr>
      <p:sp>
        <p:nvSpPr>
          <p:cNvPr id="12" name="Rectangle 11"/>
          <p:cNvSpPr/>
          <p:nvPr/>
        </p:nvSpPr>
        <p:spPr>
          <a:xfrm>
            <a:off x="8700677" y="4884857"/>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5" y="6443137"/>
            <a:ext cx="10507132"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21"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2"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
        <p:nvSpPr>
          <p:cNvPr id="16" name="Espace réservé du texte 5"/>
          <p:cNvSpPr>
            <a:spLocks noGrp="1"/>
          </p:cNvSpPr>
          <p:nvPr>
            <p:ph type="body" sz="quarter" idx="15"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
        <p:nvSpPr>
          <p:cNvPr id="20" name="Espace réservé du texte 3"/>
          <p:cNvSpPr>
            <a:spLocks noGrp="1"/>
          </p:cNvSpPr>
          <p:nvPr>
            <p:ph type="body" sz="quarter" idx="13"/>
          </p:nvPr>
        </p:nvSpPr>
        <p:spPr>
          <a:xfrm>
            <a:off x="821535" y="1480879"/>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3" name="Espace réservé du texte 3"/>
          <p:cNvSpPr>
            <a:spLocks noGrp="1"/>
          </p:cNvSpPr>
          <p:nvPr>
            <p:ph type="body" sz="quarter" idx="16"/>
          </p:nvPr>
        </p:nvSpPr>
        <p:spPr>
          <a:xfrm>
            <a:off x="6477003" y="1480879"/>
            <a:ext cx="5376068"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Tree>
    <p:extLst>
      <p:ext uri="{BB962C8B-B14F-4D97-AF65-F5344CB8AC3E}">
        <p14:creationId xmlns:p14="http://schemas.microsoft.com/office/powerpoint/2010/main" val="1791428978"/>
      </p:ext>
    </p:extLst>
  </p:cSld>
  <p:clrMapOvr>
    <a:masterClrMapping/>
  </p:clrMapOvr>
  <p:extLst>
    <p:ext uri="{DCECCB84-F9BA-43D5-87BE-67443E8EF086}">
      <p15:sldGuideLst xmlns:p15="http://schemas.microsoft.com/office/powerpoint/2012/main">
        <p15:guide id="1" orient="horz" pos="1037">
          <p15:clr>
            <a:srgbClr val="FBAE40"/>
          </p15:clr>
        </p15:guide>
        <p15:guide id="2" pos="27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Titre, contenu et image centrale">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1" y="1239417"/>
            <a:ext cx="11946467" cy="2168419"/>
          </a:xfrm>
          <a:prstGeom prst="rect">
            <a:avLst/>
          </a:prstGeom>
        </p:spPr>
        <p:txBody>
          <a:bodyPr/>
          <a:lstStyle/>
          <a:p>
            <a:r>
              <a:rPr lang="fr-FR"/>
              <a:t>Cliquez sur l'icône pour ajouter une image</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5" y="6443137"/>
            <a:ext cx="10507132"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6" name="Espace réservé du texte 5"/>
          <p:cNvSpPr>
            <a:spLocks noGrp="1"/>
          </p:cNvSpPr>
          <p:nvPr>
            <p:ph type="body" sz="quarter" idx="18"/>
          </p:nvPr>
        </p:nvSpPr>
        <p:spPr>
          <a:xfrm>
            <a:off x="911225" y="3515523"/>
            <a:ext cx="10933640"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2"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4070059160"/>
      </p:ext>
    </p:extLst>
  </p:cSld>
  <p:clrMapOvr>
    <a:masterClrMapping/>
  </p:clrMapOvr>
  <p:extLst>
    <p:ext uri="{DCECCB84-F9BA-43D5-87BE-67443E8EF086}">
      <p15:sldGuideLst xmlns:p15="http://schemas.microsoft.com/office/powerpoint/2012/main">
        <p15:guide id="1" orient="horz" pos="1037">
          <p15:clr>
            <a:srgbClr val="FBAE40"/>
          </p15:clr>
        </p15:guide>
        <p15:guide id="2" pos="27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_Titre, contenu et image centrale (PIP)">
    <p:spTree>
      <p:nvGrpSpPr>
        <p:cNvPr id="1" name=""/>
        <p:cNvGrpSpPr/>
        <p:nvPr/>
      </p:nvGrpSpPr>
      <p:grpSpPr>
        <a:xfrm>
          <a:off x="0" y="0"/>
          <a:ext cx="0" cy="0"/>
          <a:chOff x="0" y="0"/>
          <a:chExt cx="0" cy="0"/>
        </a:xfrm>
      </p:grpSpPr>
      <p:sp>
        <p:nvSpPr>
          <p:cNvPr id="4" name="Espace réservé pour une image  3"/>
          <p:cNvSpPr>
            <a:spLocks noGrp="1"/>
          </p:cNvSpPr>
          <p:nvPr>
            <p:ph type="pic" sz="quarter" idx="17"/>
          </p:nvPr>
        </p:nvSpPr>
        <p:spPr>
          <a:xfrm>
            <a:off x="127001" y="1239417"/>
            <a:ext cx="11946467" cy="2168419"/>
          </a:xfrm>
          <a:prstGeom prst="rect">
            <a:avLst/>
          </a:prstGeom>
        </p:spPr>
        <p:txBody>
          <a:bodyPr/>
          <a:lstStyle/>
          <a:p>
            <a:r>
              <a:rPr lang="fr-FR"/>
              <a:t>Cliquez sur l'icône pour ajouter une image</a:t>
            </a:r>
          </a:p>
        </p:txBody>
      </p:sp>
      <p:sp>
        <p:nvSpPr>
          <p:cNvPr id="12" name="Rectangle 11"/>
          <p:cNvSpPr/>
          <p:nvPr/>
        </p:nvSpPr>
        <p:spPr>
          <a:xfrm>
            <a:off x="8700677" y="4884857"/>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9" name="Image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5" y="6443137"/>
            <a:ext cx="10507132"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8"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6" name="Espace réservé du texte 5"/>
          <p:cNvSpPr>
            <a:spLocks noGrp="1"/>
          </p:cNvSpPr>
          <p:nvPr>
            <p:ph type="body" sz="quarter" idx="18"/>
          </p:nvPr>
        </p:nvSpPr>
        <p:spPr>
          <a:xfrm>
            <a:off x="911227" y="3515523"/>
            <a:ext cx="10941844" cy="2688431"/>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1"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2"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2430431386"/>
      </p:ext>
    </p:extLst>
  </p:cSld>
  <p:clrMapOvr>
    <a:masterClrMapping/>
  </p:clrMapOvr>
  <p:extLst>
    <p:ext uri="{DCECCB84-F9BA-43D5-87BE-67443E8EF086}">
      <p15:sldGuideLst xmlns:p15="http://schemas.microsoft.com/office/powerpoint/2012/main">
        <p15:guide id="1" orient="horz" pos="1037">
          <p15:clr>
            <a:srgbClr val="FBAE40"/>
          </p15:clr>
        </p15:guide>
        <p15:guide id="2" pos="274">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Titre, contenu et image à gauche ">
    <p:spTree>
      <p:nvGrpSpPr>
        <p:cNvPr id="1" name=""/>
        <p:cNvGrpSpPr/>
        <p:nvPr/>
      </p:nvGrpSpPr>
      <p:grpSpPr>
        <a:xfrm>
          <a:off x="0" y="0"/>
          <a:ext cx="0" cy="0"/>
          <a:chOff x="0" y="0"/>
          <a:chExt cx="0" cy="0"/>
        </a:xfrm>
      </p:grpSpPr>
      <p:grpSp>
        <p:nvGrpSpPr>
          <p:cNvPr id="16" name="Groupe 15"/>
          <p:cNvGrpSpPr/>
          <p:nvPr/>
        </p:nvGrpSpPr>
        <p:grpSpPr>
          <a:xfrm>
            <a:off x="62152" y="6153415"/>
            <a:ext cx="630000" cy="630000"/>
            <a:chOff x="11254317" y="5942649"/>
            <a:chExt cx="630000" cy="630000"/>
          </a:xfrm>
        </p:grpSpPr>
        <p:sp>
          <p:nvSpPr>
            <p:cNvPr id="17"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8" name="Image 1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20" name="Espace réservé pour une image  19"/>
          <p:cNvSpPr>
            <a:spLocks noGrp="1"/>
          </p:cNvSpPr>
          <p:nvPr>
            <p:ph type="pic" sz="quarter" idx="17"/>
          </p:nvPr>
        </p:nvSpPr>
        <p:spPr>
          <a:xfrm>
            <a:off x="127005" y="111127"/>
            <a:ext cx="4256881" cy="6629956"/>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23"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chemeClr val="bg1">
                    <a:lumMod val="50000"/>
                  </a:schemeClr>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24" name="Espace réservé du pied de page 4"/>
          <p:cNvSpPr>
            <a:spLocks noGrp="1"/>
          </p:cNvSpPr>
          <p:nvPr>
            <p:ph type="ftr" sz="quarter" idx="11"/>
          </p:nvPr>
        </p:nvSpPr>
        <p:spPr>
          <a:xfrm>
            <a:off x="4648201" y="6443137"/>
            <a:ext cx="7196667" cy="225425"/>
          </a:xfrm>
          <a:prstGeom prst="rect">
            <a:avLst/>
          </a:prstGeom>
        </p:spPr>
        <p:txBody>
          <a:bodyPr anchor="ctr"/>
          <a:lstStyle>
            <a:lvl1pPr algn="l">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2" name="Espace réservé du texte 3"/>
          <p:cNvSpPr>
            <a:spLocks noGrp="1"/>
          </p:cNvSpPr>
          <p:nvPr>
            <p:ph type="body" sz="quarter" idx="13"/>
          </p:nvPr>
        </p:nvSpPr>
        <p:spPr>
          <a:xfrm>
            <a:off x="4648201" y="1559430"/>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25" name="Espace réservé du texte 5"/>
          <p:cNvSpPr>
            <a:spLocks noGrp="1"/>
          </p:cNvSpPr>
          <p:nvPr>
            <p:ph type="body" sz="quarter" idx="18" hasCustomPrompt="1"/>
          </p:nvPr>
        </p:nvSpPr>
        <p:spPr>
          <a:xfrm>
            <a:off x="4638403" y="868903"/>
            <a:ext cx="7214671"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
        <p:nvSpPr>
          <p:cNvPr id="26" name="Titre 1"/>
          <p:cNvSpPr>
            <a:spLocks noGrp="1"/>
          </p:cNvSpPr>
          <p:nvPr>
            <p:ph type="title"/>
          </p:nvPr>
        </p:nvSpPr>
        <p:spPr>
          <a:xfrm>
            <a:off x="4648200" y="295017"/>
            <a:ext cx="7205133"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Tree>
    <p:extLst>
      <p:ext uri="{BB962C8B-B14F-4D97-AF65-F5344CB8AC3E}">
        <p14:creationId xmlns:p14="http://schemas.microsoft.com/office/powerpoint/2010/main" val="106409917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_Titre, contenu et image à gauche (PIP)">
    <p:spTree>
      <p:nvGrpSpPr>
        <p:cNvPr id="1" name=""/>
        <p:cNvGrpSpPr/>
        <p:nvPr/>
      </p:nvGrpSpPr>
      <p:grpSpPr>
        <a:xfrm>
          <a:off x="0" y="0"/>
          <a:ext cx="0" cy="0"/>
          <a:chOff x="0" y="0"/>
          <a:chExt cx="0" cy="0"/>
        </a:xfrm>
      </p:grpSpPr>
      <p:sp>
        <p:nvSpPr>
          <p:cNvPr id="19" name="Rectangle 18"/>
          <p:cNvSpPr/>
          <p:nvPr/>
        </p:nvSpPr>
        <p:spPr>
          <a:xfrm>
            <a:off x="8700677" y="4884857"/>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35" name="Groupe 34"/>
          <p:cNvGrpSpPr/>
          <p:nvPr/>
        </p:nvGrpSpPr>
        <p:grpSpPr>
          <a:xfrm>
            <a:off x="62152" y="6153415"/>
            <a:ext cx="630000" cy="630000"/>
            <a:chOff x="11254317" y="5942649"/>
            <a:chExt cx="630000" cy="630000"/>
          </a:xfrm>
        </p:grpSpPr>
        <p:sp>
          <p:nvSpPr>
            <p:cNvPr id="36"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37" name="Image 3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54" name="Espace réservé pour une image  53"/>
          <p:cNvSpPr>
            <a:spLocks noGrp="1"/>
          </p:cNvSpPr>
          <p:nvPr>
            <p:ph type="pic" sz="quarter" idx="17"/>
          </p:nvPr>
        </p:nvSpPr>
        <p:spPr>
          <a:xfrm>
            <a:off x="127005" y="111127"/>
            <a:ext cx="4256881" cy="6629956"/>
          </a:xfrm>
          <a:custGeom>
            <a:avLst/>
            <a:gdLst>
              <a:gd name="connsiteX0" fmla="*/ 461975 w 8513763"/>
              <a:gd name="connsiteY0" fmla="*/ 0 h 13259915"/>
              <a:gd name="connsiteX1" fmla="*/ 8513763 w 8513763"/>
              <a:gd name="connsiteY1" fmla="*/ 0 h 13259915"/>
              <a:gd name="connsiteX2" fmla="*/ 8513763 w 8513763"/>
              <a:gd name="connsiteY2" fmla="*/ 13259915 h 13259915"/>
              <a:gd name="connsiteX3" fmla="*/ 940159 w 8513763"/>
              <a:gd name="connsiteY3" fmla="*/ 13259915 h 13259915"/>
              <a:gd name="connsiteX4" fmla="*/ 990087 w 8513763"/>
              <a:gd name="connsiteY4" fmla="*/ 13218720 h 13259915"/>
              <a:gd name="connsiteX5" fmla="*/ 1194934 w 8513763"/>
              <a:gd name="connsiteY5" fmla="*/ 12724176 h 13259915"/>
              <a:gd name="connsiteX6" fmla="*/ 495543 w 8513763"/>
              <a:gd name="connsiteY6" fmla="*/ 12024785 h 13259915"/>
              <a:gd name="connsiteX7" fmla="*/ 999 w 8513763"/>
              <a:gd name="connsiteY7" fmla="*/ 12229632 h 13259915"/>
              <a:gd name="connsiteX8" fmla="*/ 0 w 8513763"/>
              <a:gd name="connsiteY8" fmla="*/ 12230843 h 13259915"/>
              <a:gd name="connsiteX9" fmla="*/ 0 w 8513763"/>
              <a:gd name="connsiteY9" fmla="*/ 461975 h 13259915"/>
              <a:gd name="connsiteX10" fmla="*/ 461975 w 8513763"/>
              <a:gd name="connsiteY10" fmla="*/ 0 h 13259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513763" h="13259915">
                <a:moveTo>
                  <a:pt x="461975" y="0"/>
                </a:moveTo>
                <a:lnTo>
                  <a:pt x="8513763" y="0"/>
                </a:lnTo>
                <a:lnTo>
                  <a:pt x="8513763" y="13259915"/>
                </a:lnTo>
                <a:lnTo>
                  <a:pt x="940159" y="13259915"/>
                </a:lnTo>
                <a:lnTo>
                  <a:pt x="990087" y="13218720"/>
                </a:lnTo>
                <a:cubicBezTo>
                  <a:pt x="1116652" y="13092155"/>
                  <a:pt x="1194934" y="12917308"/>
                  <a:pt x="1194934" y="12724176"/>
                </a:cubicBezTo>
                <a:cubicBezTo>
                  <a:pt x="1194934" y="12337913"/>
                  <a:pt x="881806" y="12024785"/>
                  <a:pt x="495543" y="12024785"/>
                </a:cubicBezTo>
                <a:cubicBezTo>
                  <a:pt x="302412" y="12024785"/>
                  <a:pt x="127564" y="12103067"/>
                  <a:pt x="999" y="12229632"/>
                </a:cubicBezTo>
                <a:lnTo>
                  <a:pt x="0" y="12230843"/>
                </a:lnTo>
                <a:lnTo>
                  <a:pt x="0" y="461975"/>
                </a:lnTo>
                <a:cubicBezTo>
                  <a:pt x="0" y="206833"/>
                  <a:pt x="206833" y="0"/>
                  <a:pt x="461975" y="0"/>
                </a:cubicBezTo>
                <a:close/>
              </a:path>
            </a:pathLst>
          </a:custGeom>
        </p:spPr>
        <p:txBody>
          <a:bodyPr wrap="square">
            <a:noAutofit/>
          </a:bodyPr>
          <a:lstStyle/>
          <a:p>
            <a:r>
              <a:rPr lang="fr-FR"/>
              <a:t>Cliquez sur l'icône pour ajouter une image</a:t>
            </a:r>
          </a:p>
        </p:txBody>
      </p:sp>
      <p:sp>
        <p:nvSpPr>
          <p:cNvPr id="55"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chemeClr val="bg1">
                    <a:lumMod val="50000"/>
                  </a:schemeClr>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56" name="Espace réservé du pied de page 4"/>
          <p:cNvSpPr>
            <a:spLocks noGrp="1"/>
          </p:cNvSpPr>
          <p:nvPr>
            <p:ph type="ftr" sz="quarter" idx="11"/>
          </p:nvPr>
        </p:nvSpPr>
        <p:spPr>
          <a:xfrm>
            <a:off x="4648203" y="6443137"/>
            <a:ext cx="7264401" cy="225425"/>
          </a:xfrm>
          <a:prstGeom prst="rect">
            <a:avLst/>
          </a:prstGeom>
        </p:spPr>
        <p:txBody>
          <a:bodyPr anchor="ctr"/>
          <a:lstStyle>
            <a:lvl1pPr algn="l">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16" name="Espace réservé du texte 3"/>
          <p:cNvSpPr>
            <a:spLocks noGrp="1"/>
          </p:cNvSpPr>
          <p:nvPr>
            <p:ph type="body" sz="quarter" idx="13"/>
          </p:nvPr>
        </p:nvSpPr>
        <p:spPr>
          <a:xfrm>
            <a:off x="4648201" y="1559430"/>
            <a:ext cx="7196667" cy="4446407"/>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18" name="Titre 1"/>
          <p:cNvSpPr>
            <a:spLocks noGrp="1"/>
          </p:cNvSpPr>
          <p:nvPr>
            <p:ph type="title"/>
          </p:nvPr>
        </p:nvSpPr>
        <p:spPr>
          <a:xfrm>
            <a:off x="4648200" y="295017"/>
            <a:ext cx="7205133"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texte 5"/>
          <p:cNvSpPr>
            <a:spLocks noGrp="1"/>
          </p:cNvSpPr>
          <p:nvPr>
            <p:ph type="body" sz="quarter" idx="14" hasCustomPrompt="1"/>
          </p:nvPr>
        </p:nvSpPr>
        <p:spPr>
          <a:xfrm>
            <a:off x="4638403" y="868903"/>
            <a:ext cx="7214671"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422820207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1_Titre et vide">
    <p:spTree>
      <p:nvGrpSpPr>
        <p:cNvPr id="1" name=""/>
        <p:cNvGrpSpPr/>
        <p:nvPr/>
      </p:nvGrpSpPr>
      <p:grpSpPr>
        <a:xfrm>
          <a:off x="0" y="0"/>
          <a:ext cx="0" cy="0"/>
          <a:chOff x="0" y="0"/>
          <a:chExt cx="0" cy="0"/>
        </a:xfrm>
      </p:grpSpPr>
      <p:grpSp>
        <p:nvGrpSpPr>
          <p:cNvPr id="13" name="Groupe 12"/>
          <p:cNvGrpSpPr/>
          <p:nvPr/>
        </p:nvGrpSpPr>
        <p:grpSpPr>
          <a:xfrm>
            <a:off x="62152" y="6153415"/>
            <a:ext cx="630000" cy="630000"/>
            <a:chOff x="11254317" y="5942649"/>
            <a:chExt cx="630000" cy="630000"/>
          </a:xfrm>
        </p:grpSpPr>
        <p:sp>
          <p:nvSpPr>
            <p:cNvPr id="14"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18" name="Image 17"/>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9" name="Espace réservé du pied de page 4"/>
          <p:cNvSpPr>
            <a:spLocks noGrp="1"/>
          </p:cNvSpPr>
          <p:nvPr>
            <p:ph type="ftr" sz="quarter" idx="11"/>
          </p:nvPr>
        </p:nvSpPr>
        <p:spPr>
          <a:xfrm>
            <a:off x="1337733" y="6443137"/>
            <a:ext cx="10515600" cy="225425"/>
          </a:xfrm>
          <a:prstGeom prst="rect">
            <a:avLst/>
          </a:prstGeom>
        </p:spPr>
        <p:txBody>
          <a:bodyPr anchor="ctr"/>
          <a:lstStyle>
            <a:lvl1pPr>
              <a:defRPr sz="900" spc="151">
                <a:solidFill>
                  <a:srgbClr val="003A8D"/>
                </a:solidFill>
                <a:latin typeface="Segoe UI" panose="020B0502040204020203" pitchFamily="34" charset="0"/>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0"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11"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16"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167941807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_Titre et vide (PIP)">
    <p:spTree>
      <p:nvGrpSpPr>
        <p:cNvPr id="1" name=""/>
        <p:cNvGrpSpPr/>
        <p:nvPr/>
      </p:nvGrpSpPr>
      <p:grpSpPr>
        <a:xfrm>
          <a:off x="0" y="0"/>
          <a:ext cx="0" cy="0"/>
          <a:chOff x="0" y="0"/>
          <a:chExt cx="0" cy="0"/>
        </a:xfrm>
      </p:grpSpPr>
      <p:sp>
        <p:nvSpPr>
          <p:cNvPr id="9" name="Rectangle 8"/>
          <p:cNvSpPr/>
          <p:nvPr/>
        </p:nvSpPr>
        <p:spPr>
          <a:xfrm>
            <a:off x="8700677" y="4884857"/>
            <a:ext cx="3211929" cy="1697983"/>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a:solidFill>
                  <a:schemeClr val="tx1">
                    <a:lumMod val="85000"/>
                    <a:lumOff val="15000"/>
                  </a:schemeClr>
                </a:solidFill>
              </a:rPr>
              <a:t>ZONE PIP</a:t>
            </a:r>
          </a:p>
        </p:txBody>
      </p:sp>
      <p:grpSp>
        <p:nvGrpSpPr>
          <p:cNvPr id="14" name="Groupe 13"/>
          <p:cNvGrpSpPr/>
          <p:nvPr/>
        </p:nvGrpSpPr>
        <p:grpSpPr>
          <a:xfrm>
            <a:off x="62152" y="6153415"/>
            <a:ext cx="630000" cy="630000"/>
            <a:chOff x="11254317" y="5942649"/>
            <a:chExt cx="630000" cy="630000"/>
          </a:xfrm>
        </p:grpSpPr>
        <p:sp>
          <p:nvSpPr>
            <p:cNvPr id="15" name="Espace réservé du numéro de diapositive 5"/>
            <p:cNvSpPr txBox="1">
              <a:spLocks/>
            </p:cNvSpPr>
            <p:nvPr/>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0" name="Image 19"/>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17" name="Espace réservé du pied de page 4"/>
          <p:cNvSpPr>
            <a:spLocks noGrp="1"/>
          </p:cNvSpPr>
          <p:nvPr>
            <p:ph type="ftr" sz="quarter" idx="11"/>
          </p:nvPr>
        </p:nvSpPr>
        <p:spPr>
          <a:xfrm>
            <a:off x="1337733" y="6443137"/>
            <a:ext cx="10521000" cy="225425"/>
          </a:xfrm>
          <a:prstGeom prst="rect">
            <a:avLst/>
          </a:prstGeom>
        </p:spPr>
        <p:txBody>
          <a:bodyPr anchor="ctr"/>
          <a:lstStyle>
            <a:lvl1pPr>
              <a:defRPr lang="fr-FR" sz="900" kern="1200" spc="151" dirty="0" smtClean="0">
                <a:solidFill>
                  <a:srgbClr val="003A8D"/>
                </a:solidFill>
                <a:latin typeface="Segoe UI" panose="020B0502040204020203" pitchFamily="34" charset="0"/>
                <a:ea typeface="+mn-ea"/>
                <a:cs typeface="Segoe UI" panose="020B0502040204020203" pitchFamily="34" charset="0"/>
              </a:defRPr>
            </a:lvl1pPr>
          </a:lstStyle>
          <a:p>
            <a:r>
              <a:rPr lang="en-US" dirty="0" err="1"/>
              <a:t>Confidentiel</a:t>
            </a:r>
            <a:r>
              <a:rPr lang="en-US" dirty="0"/>
              <a:t> Euro-Information  –  </a:t>
            </a:r>
            <a:r>
              <a:rPr lang="en-US" dirty="0" err="1"/>
              <a:t>Septembre</a:t>
            </a:r>
            <a:r>
              <a:rPr lang="en-US" dirty="0"/>
              <a:t> 2025</a:t>
            </a:r>
          </a:p>
        </p:txBody>
      </p:sp>
      <p:sp>
        <p:nvSpPr>
          <p:cNvPr id="21"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sp>
        <p:nvSpPr>
          <p:cNvPr id="13"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18" name="Espace réservé du texte 5"/>
          <p:cNvSpPr>
            <a:spLocks noGrp="1"/>
          </p:cNvSpPr>
          <p:nvPr>
            <p:ph type="body" sz="quarter" idx="14" hasCustomPrompt="1"/>
          </p:nvPr>
        </p:nvSpPr>
        <p:spPr>
          <a:xfrm>
            <a:off x="821537" y="868903"/>
            <a:ext cx="11031537" cy="352956"/>
          </a:xfrm>
          <a:prstGeom prst="rect">
            <a:avLst/>
          </a:prstGeom>
        </p:spPr>
        <p:txBody>
          <a:bodyPr/>
          <a:lstStyle>
            <a:lvl1pPr marL="0" indent="0" algn="l" defTabSz="914309"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48523939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hapitre fond bleu">
    <p:spTree>
      <p:nvGrpSpPr>
        <p:cNvPr id="1" name=""/>
        <p:cNvGrpSpPr/>
        <p:nvPr/>
      </p:nvGrpSpPr>
      <p:grpSpPr>
        <a:xfrm>
          <a:off x="0" y="0"/>
          <a:ext cx="0" cy="0"/>
          <a:chOff x="0" y="0"/>
          <a:chExt cx="0" cy="0"/>
        </a:xfrm>
      </p:grpSpPr>
      <p:sp>
        <p:nvSpPr>
          <p:cNvPr id="3" name="Rectangle 2"/>
          <p:cNvSpPr/>
          <p:nvPr/>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baseline="0"/>
            </a:lvl1pPr>
          </a:lstStyle>
          <a:p>
            <a:r>
              <a:rPr lang="fr-FR"/>
              <a:t>Cliquer sur l'icône pour insérer une image OU supprimer cette zone si non utilisée</a:t>
            </a:r>
          </a:p>
        </p:txBody>
      </p:sp>
      <p:sp>
        <p:nvSpPr>
          <p:cNvPr id="2" name="Titre 1"/>
          <p:cNvSpPr>
            <a:spLocks noGrp="1"/>
          </p:cNvSpPr>
          <p:nvPr>
            <p:ph type="title"/>
          </p:nvPr>
        </p:nvSpPr>
        <p:spPr>
          <a:xfrm>
            <a:off x="0" y="4360333"/>
            <a:ext cx="12192000" cy="1422403"/>
          </a:xfrm>
          <a:prstGeom prst="rect">
            <a:avLst/>
          </a:prstGeom>
          <a:solidFill>
            <a:srgbClr val="0C4392"/>
          </a:solidFill>
        </p:spPr>
        <p:txBody>
          <a:bodyPr anchor="ctr"/>
          <a:lstStyle>
            <a:lvl1pPr algn="ctr">
              <a:defRPr sz="6000">
                <a:solidFill>
                  <a:schemeClr val="bg1"/>
                </a:solidFill>
              </a:defRPr>
            </a:lvl1pPr>
          </a:lstStyle>
          <a:p>
            <a:r>
              <a:rPr lang="fr-FR"/>
              <a:t>Modifiez le style du titre</a:t>
            </a:r>
          </a:p>
        </p:txBody>
      </p:sp>
    </p:spTree>
    <p:extLst>
      <p:ext uri="{BB962C8B-B14F-4D97-AF65-F5344CB8AC3E}">
        <p14:creationId xmlns:p14="http://schemas.microsoft.com/office/powerpoint/2010/main" val="287398844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hapitre fond blanc">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000">
              <a:solidFill>
                <a:schemeClr val="bg1"/>
              </a:solidFill>
              <a:latin typeface="Segoe UI" panose="020B0502040204020203" pitchFamily="34" charset="0"/>
              <a:cs typeface="Segoe UI" panose="020B0502040204020203" pitchFamily="34" charset="0"/>
            </a:endParaRPr>
          </a:p>
        </p:txBody>
      </p:sp>
      <p:sp>
        <p:nvSpPr>
          <p:cNvPr id="7" name="Espace réservé pour une image  6"/>
          <p:cNvSpPr>
            <a:spLocks noGrp="1"/>
          </p:cNvSpPr>
          <p:nvPr>
            <p:ph type="pic" sz="quarter" idx="10" hasCustomPrompt="1"/>
          </p:nvPr>
        </p:nvSpPr>
        <p:spPr>
          <a:xfrm>
            <a:off x="0" y="0"/>
            <a:ext cx="12192000" cy="6858000"/>
          </a:xfrm>
          <a:prstGeom prst="rect">
            <a:avLst/>
          </a:prstGeom>
          <a:gradFill flip="none" rotWithShape="1">
            <a:gsLst>
              <a:gs pos="0">
                <a:schemeClr val="accent1">
                  <a:shade val="30000"/>
                  <a:satMod val="115000"/>
                </a:schemeClr>
              </a:gs>
              <a:gs pos="100000">
                <a:schemeClr val="accent1">
                  <a:shade val="67500"/>
                  <a:satMod val="115000"/>
                </a:schemeClr>
              </a:gs>
            </a:gsLst>
            <a:lin ang="16200000" scaled="1"/>
            <a:tileRect/>
          </a:gradFill>
        </p:spPr>
        <p:txBody>
          <a:bodyPr/>
          <a:lstStyle>
            <a:lvl1pPr>
              <a:defRPr lang="fr-FR"/>
            </a:lvl1pPr>
          </a:lstStyle>
          <a:p>
            <a:r>
              <a:rPr lang="fr-FR"/>
              <a:t>Cliquer sur l'icône pour insérer une image OU supprimer cette zone si non utilisée</a:t>
            </a:r>
          </a:p>
          <a:p>
            <a:pPr lvl="0"/>
            <a:endParaRPr lang="fr-FR"/>
          </a:p>
        </p:txBody>
      </p:sp>
      <p:sp>
        <p:nvSpPr>
          <p:cNvPr id="4" name="Titre 1"/>
          <p:cNvSpPr>
            <a:spLocks noGrp="1"/>
          </p:cNvSpPr>
          <p:nvPr>
            <p:ph type="title"/>
          </p:nvPr>
        </p:nvSpPr>
        <p:spPr>
          <a:xfrm>
            <a:off x="0" y="4360333"/>
            <a:ext cx="12192000" cy="1422403"/>
          </a:xfrm>
          <a:prstGeom prst="rect">
            <a:avLst/>
          </a:prstGeom>
          <a:solidFill>
            <a:schemeClr val="bg1">
              <a:alpha val="95000"/>
            </a:schemeClr>
          </a:solidFill>
        </p:spPr>
        <p:txBody>
          <a:bodyPr anchor="ctr"/>
          <a:lstStyle>
            <a:lvl1pPr algn="ctr">
              <a:defRPr sz="6000">
                <a:solidFill>
                  <a:srgbClr val="003A8D"/>
                </a:solidFill>
              </a:defRPr>
            </a:lvl1pPr>
          </a:lstStyle>
          <a:p>
            <a:r>
              <a:rPr lang="fr-FR"/>
              <a:t>Modifiez le style du titre</a:t>
            </a:r>
          </a:p>
        </p:txBody>
      </p:sp>
    </p:spTree>
    <p:extLst>
      <p:ext uri="{BB962C8B-B14F-4D97-AF65-F5344CB8AC3E}">
        <p14:creationId xmlns:p14="http://schemas.microsoft.com/office/powerpoint/2010/main" val="285305538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2_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6379" y="295017"/>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pied de page 4"/>
          <p:cNvSpPr>
            <a:spLocks noGrp="1"/>
          </p:cNvSpPr>
          <p:nvPr>
            <p:ph type="ftr" sz="quarter" idx="11"/>
          </p:nvPr>
        </p:nvSpPr>
        <p:spPr>
          <a:xfrm>
            <a:off x="1337733" y="6443137"/>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fr-FR" dirty="0"/>
              <a:t>Confidentiel Euro-Information  –  Septembre 2025</a:t>
            </a:r>
          </a:p>
        </p:txBody>
      </p:sp>
      <p:sp>
        <p:nvSpPr>
          <p:cNvPr id="22" name="Espace réservé du numéro de diapositive 5"/>
          <p:cNvSpPr>
            <a:spLocks noGrp="1"/>
          </p:cNvSpPr>
          <p:nvPr>
            <p:ph type="sldNum" sz="quarter" idx="12"/>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grpSp>
        <p:nvGrpSpPr>
          <p:cNvPr id="17" name="Groupe 16"/>
          <p:cNvGrpSpPr/>
          <p:nvPr userDrawn="1"/>
        </p:nvGrpSpPr>
        <p:grpSpPr>
          <a:xfrm>
            <a:off x="62152" y="6153415"/>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7" y="1480879"/>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7" y="868903"/>
            <a:ext cx="11031537" cy="352956"/>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309"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1353355282"/>
      </p:ext>
    </p:extLst>
  </p:cSld>
  <p:clrMapOvr>
    <a:masterClrMapping/>
  </p:clrMapOvr>
  <p:extLst>
    <p:ext uri="{DCECCB84-F9BA-43D5-87BE-67443E8EF086}">
      <p15:sldGuideLst xmlns:p15="http://schemas.microsoft.com/office/powerpoint/2012/main">
        <p15:guide id="1" orient="horz" pos="25">
          <p15:clr>
            <a:srgbClr val="FBAE40"/>
          </p15:clr>
        </p15:guide>
        <p15:guide id="2" pos="24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_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6379" y="295018"/>
            <a:ext cx="11016956" cy="526255"/>
          </a:xfrm>
          <a:prstGeom prst="rect">
            <a:avLst/>
          </a:prstGeom>
        </p:spPr>
        <p:txBody>
          <a:bodyPr>
            <a:normAutofit/>
          </a:bodyPr>
          <a:lstStyle>
            <a:lvl1pPr>
              <a:defRPr sz="3000" b="1" baseline="0">
                <a:latin typeface="Segoe UI" panose="020B0502040204020203" pitchFamily="34" charset="0"/>
                <a:cs typeface="Segoe UI" panose="020B0502040204020203" pitchFamily="34" charset="0"/>
              </a:defRPr>
            </a:lvl1pPr>
          </a:lstStyle>
          <a:p>
            <a:r>
              <a:rPr lang="fr-FR"/>
              <a:t>Modifiez le style du titre</a:t>
            </a:r>
          </a:p>
        </p:txBody>
      </p:sp>
      <p:sp>
        <p:nvSpPr>
          <p:cNvPr id="21" name="Espace réservé du pied de page 4"/>
          <p:cNvSpPr>
            <a:spLocks noGrp="1"/>
          </p:cNvSpPr>
          <p:nvPr>
            <p:ph type="ftr" sz="quarter" idx="11"/>
          </p:nvPr>
        </p:nvSpPr>
        <p:spPr>
          <a:xfrm>
            <a:off x="1337733" y="6443138"/>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fr-FR" dirty="0"/>
              <a:t>Confidentiel Euro-Information  –  Septembre 2025</a:t>
            </a:r>
          </a:p>
        </p:txBody>
      </p:sp>
      <p:sp>
        <p:nvSpPr>
          <p:cNvPr id="22" name="Espace réservé du numéro de diapositive 5"/>
          <p:cNvSpPr>
            <a:spLocks noGrp="1"/>
          </p:cNvSpPr>
          <p:nvPr>
            <p:ph type="sldNum" sz="quarter" idx="12"/>
          </p:nvPr>
        </p:nvSpPr>
        <p:spPr>
          <a:xfrm>
            <a:off x="896520" y="6443137"/>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grpSp>
        <p:nvGrpSpPr>
          <p:cNvPr id="17" name="Groupe 16"/>
          <p:cNvGrpSpPr/>
          <p:nvPr userDrawn="1"/>
        </p:nvGrpSpPr>
        <p:grpSpPr>
          <a:xfrm>
            <a:off x="62152" y="6153415"/>
            <a:ext cx="630000" cy="630000"/>
            <a:chOff x="11254317" y="5942649"/>
            <a:chExt cx="630000" cy="630000"/>
          </a:xfrm>
        </p:grpSpPr>
        <p:sp>
          <p:nvSpPr>
            <p:cNvPr id="18" name="Espace réservé du numéro de diapositive 5"/>
            <p:cNvSpPr txBox="1">
              <a:spLocks/>
            </p:cNvSpPr>
            <p:nvPr userDrawn="1"/>
          </p:nvSpPr>
          <p:spPr>
            <a:xfrm>
              <a:off x="11254317" y="5942649"/>
              <a:ext cx="630000" cy="630000"/>
            </a:xfrm>
            <a:prstGeom prst="ellipse">
              <a:avLst/>
            </a:prstGeom>
            <a:solidFill>
              <a:schemeClr val="bg1"/>
            </a:solidFill>
            <a:ln w="127000">
              <a:solidFill>
                <a:srgbClr val="003A8D"/>
              </a:solidFill>
            </a:ln>
          </p:spPr>
          <p:txBody>
            <a:bodyPr vert="horz" lIns="91440" tIns="45720" rIns="91440" bIns="45720" rtlCol="0" anchor="ctr"/>
            <a:lstStyle>
              <a:defPPr>
                <a:defRPr lang="fr-FR"/>
              </a:defPPr>
              <a:lvl1pPr marL="0" algn="ctr" defTabSz="914400" rtl="0" eaLnBrk="1" latinLnBrk="0" hangingPunct="1">
                <a:defRPr sz="1050" kern="1200">
                  <a:solidFill>
                    <a:schemeClr val="tx1">
                      <a:tint val="75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fr-FR" sz="1051"/>
            </a:p>
          </p:txBody>
        </p:sp>
        <p:pic>
          <p:nvPicPr>
            <p:cNvPr id="23" name="Image 2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407885" y="6081248"/>
              <a:ext cx="392531" cy="356692"/>
            </a:xfrm>
            <a:prstGeom prst="rect">
              <a:avLst/>
            </a:prstGeom>
          </p:spPr>
        </p:pic>
      </p:grpSp>
      <p:sp>
        <p:nvSpPr>
          <p:cNvPr id="4" name="Espace réservé du texte 3"/>
          <p:cNvSpPr>
            <a:spLocks noGrp="1"/>
          </p:cNvSpPr>
          <p:nvPr>
            <p:ph type="body" sz="quarter" idx="13"/>
          </p:nvPr>
        </p:nvSpPr>
        <p:spPr>
          <a:xfrm>
            <a:off x="821538" y="1480881"/>
            <a:ext cx="11031537" cy="4811183"/>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p:txBody>
      </p:sp>
      <p:sp>
        <p:nvSpPr>
          <p:cNvPr id="6" name="Espace réservé du texte 5"/>
          <p:cNvSpPr>
            <a:spLocks noGrp="1"/>
          </p:cNvSpPr>
          <p:nvPr>
            <p:ph type="body" sz="quarter" idx="14" hasCustomPrompt="1"/>
          </p:nvPr>
        </p:nvSpPr>
        <p:spPr>
          <a:xfrm>
            <a:off x="821538" y="868903"/>
            <a:ext cx="11031537" cy="352956"/>
          </a:xfrm>
          <a:prstGeom prst="rect">
            <a:avLst/>
          </a:prstGeom>
        </p:spPr>
        <p:txBody>
          <a:bodyPr/>
          <a:lstStyle>
            <a:lvl1pPr>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stStyle>
          <a:p>
            <a:pPr marL="0" lvl="0" indent="0" algn="l" defTabSz="914286" rtl="0" eaLnBrk="1" latinLnBrk="0" hangingPunct="1">
              <a:lnSpc>
                <a:spcPct val="100000"/>
              </a:lnSpc>
              <a:spcBef>
                <a:spcPts val="0"/>
              </a:spcBef>
              <a:buFont typeface="Arial" panose="020B0604020202020204" pitchFamily="34" charset="0"/>
              <a:buNone/>
            </a:pPr>
            <a:r>
              <a:rPr lang="fr-FR"/>
              <a:t>Sous-titre</a:t>
            </a:r>
          </a:p>
        </p:txBody>
      </p:sp>
    </p:spTree>
    <p:extLst>
      <p:ext uri="{BB962C8B-B14F-4D97-AF65-F5344CB8AC3E}">
        <p14:creationId xmlns:p14="http://schemas.microsoft.com/office/powerpoint/2010/main" val="3445124011"/>
      </p:ext>
    </p:extLst>
  </p:cSld>
  <p:clrMapOvr>
    <a:masterClrMapping/>
  </p:clrMapOvr>
  <p:extLst>
    <p:ext uri="{DCECCB84-F9BA-43D5-87BE-67443E8EF086}">
      <p15:sldGuideLst xmlns:p15="http://schemas.microsoft.com/office/powerpoint/2012/main">
        <p15:guide id="1" orient="horz" pos="19">
          <p15:clr>
            <a:srgbClr val="FBAE40"/>
          </p15:clr>
        </p15:guide>
        <p15:guide id="2" pos="185">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Holder 3"/>
          <p:cNvSpPr>
            <a:spLocks noGrp="1"/>
          </p:cNvSpPr>
          <p:nvPr>
            <p:ph type="body" idx="1"/>
          </p:nvPr>
        </p:nvSpPr>
        <p:spPr>
          <a:xfrm>
            <a:off x="609599" y="1379660"/>
            <a:ext cx="10972800" cy="4526280"/>
          </a:xfrm>
        </p:spPr>
        <p:txBody>
          <a:bodyPr lIns="0" tIns="0" rIns="0" bIns="0"/>
          <a:lstStyle>
            <a:lvl1pPr>
              <a:defRPr/>
            </a:lvl1pPr>
          </a:lstStyle>
          <a:p>
            <a:endParaRPr/>
          </a:p>
        </p:txBody>
      </p:sp>
      <p:sp>
        <p:nvSpPr>
          <p:cNvPr id="6" name="Holder 6"/>
          <p:cNvSpPr>
            <a:spLocks noGrp="1"/>
          </p:cNvSpPr>
          <p:nvPr>
            <p:ph type="sldNum" sz="quarter" idx="7"/>
          </p:nvPr>
        </p:nvSpPr>
        <p:spPr/>
        <p:txBody>
          <a:bodyPr lIns="0" tIns="0" rIns="0" bIns="0"/>
          <a:lstStyle>
            <a:lvl1pPr>
              <a:defRPr sz="1200" b="0" i="0">
                <a:solidFill>
                  <a:srgbClr val="6C6D6F"/>
                </a:solidFill>
                <a:latin typeface="Arial"/>
                <a:cs typeface="Arial"/>
              </a:defRPr>
            </a:lvl1pPr>
          </a:lstStyle>
          <a:p>
            <a:pPr marL="33866">
              <a:spcBef>
                <a:spcPts val="20"/>
              </a:spcBef>
            </a:pPr>
            <a:fld id="{81D60167-4931-47E6-BA6A-407CBD079E47}" type="slidenum">
              <a:rPr lang="en-FR" spc="-7" smtClean="0"/>
              <a:pPr marL="33866">
                <a:spcBef>
                  <a:spcPts val="20"/>
                </a:spcBef>
              </a:pPr>
              <a:t>‹N°›</a:t>
            </a:fld>
            <a:endParaRPr lang="en-FR" spc="-7"/>
          </a:p>
        </p:txBody>
      </p:sp>
      <p:sp>
        <p:nvSpPr>
          <p:cNvPr id="5" name="ZoneTexte 4">
            <a:extLst>
              <a:ext uri="{FF2B5EF4-FFF2-40B4-BE49-F238E27FC236}">
                <a16:creationId xmlns:a16="http://schemas.microsoft.com/office/drawing/2014/main" id="{3196482B-8B3F-0F4C-B316-9FAC51EA4D3A}"/>
              </a:ext>
            </a:extLst>
          </p:cNvPr>
          <p:cNvSpPr txBox="1"/>
          <p:nvPr userDrawn="1"/>
        </p:nvSpPr>
        <p:spPr>
          <a:xfrm>
            <a:off x="5168184" y="6231798"/>
            <a:ext cx="1855637" cy="461665"/>
          </a:xfrm>
          <a:prstGeom prst="rect">
            <a:avLst/>
          </a:prstGeom>
          <a:noFill/>
        </p:spPr>
        <p:txBody>
          <a:bodyPr wrap="square" rtlCol="0">
            <a:spAutoFit/>
          </a:bodyPr>
          <a:lstStyle/>
          <a:p>
            <a:pPr algn="ctr"/>
            <a:r>
              <a:rPr lang="en-GB" sz="1200">
                <a:solidFill>
                  <a:schemeClr val="bg1">
                    <a:lumMod val="50000"/>
                  </a:schemeClr>
                </a:solidFill>
              </a:rPr>
              <a:t>Mars 2022</a:t>
            </a:r>
          </a:p>
          <a:p>
            <a:pPr algn="ctr"/>
            <a:r>
              <a:rPr lang="en-GB" sz="1200">
                <a:solidFill>
                  <a:schemeClr val="bg1">
                    <a:lumMod val="50000"/>
                  </a:schemeClr>
                </a:solidFill>
              </a:rPr>
              <a:t>IBM &amp; </a:t>
            </a:r>
            <a:r>
              <a:rPr lang="en-GB" sz="1200" err="1">
                <a:solidFill>
                  <a:schemeClr val="bg1">
                    <a:lumMod val="50000"/>
                  </a:schemeClr>
                </a:solidFill>
              </a:rPr>
              <a:t>CLIENTconfidentiel</a:t>
            </a:r>
            <a:endParaRPr lang="en-GB" sz="1200">
              <a:solidFill>
                <a:schemeClr val="bg1">
                  <a:lumMod val="50000"/>
                </a:schemeClr>
              </a:solidFill>
            </a:endParaRPr>
          </a:p>
        </p:txBody>
      </p:sp>
      <p:sp>
        <p:nvSpPr>
          <p:cNvPr id="11" name="object 10">
            <a:extLst>
              <a:ext uri="{FF2B5EF4-FFF2-40B4-BE49-F238E27FC236}">
                <a16:creationId xmlns:a16="http://schemas.microsoft.com/office/drawing/2014/main" id="{0EC37999-ECD1-DE46-8F48-93DD12E30265}"/>
              </a:ext>
            </a:extLst>
          </p:cNvPr>
          <p:cNvSpPr/>
          <p:nvPr userDrawn="1"/>
        </p:nvSpPr>
        <p:spPr>
          <a:xfrm>
            <a:off x="432819" y="6339839"/>
            <a:ext cx="688847" cy="276352"/>
          </a:xfrm>
          <a:prstGeom prst="rect">
            <a:avLst/>
          </a:prstGeom>
          <a:blipFill>
            <a:blip r:embed="rId2" cstate="screen">
              <a:extLst>
                <a:ext uri="{28A0092B-C50C-407E-A947-70E740481C1C}">
                  <a14:useLocalDpi xmlns:a14="http://schemas.microsoft.com/office/drawing/2010/main"/>
                </a:ext>
              </a:extLst>
            </a:blip>
            <a:stretch>
              <a:fillRect/>
            </a:stretch>
          </a:blipFill>
        </p:spPr>
        <p:txBody>
          <a:bodyPr wrap="square" lIns="0" tIns="0" rIns="0" bIns="0" rtlCol="0"/>
          <a:lstStyle/>
          <a:p>
            <a:endParaRPr sz="2400"/>
          </a:p>
        </p:txBody>
      </p:sp>
      <p:sp>
        <p:nvSpPr>
          <p:cNvPr id="12" name="Titre 11">
            <a:extLst>
              <a:ext uri="{FF2B5EF4-FFF2-40B4-BE49-F238E27FC236}">
                <a16:creationId xmlns:a16="http://schemas.microsoft.com/office/drawing/2014/main" id="{04109B8E-C0CA-CF4A-A1DA-37DAFFC1382C}"/>
              </a:ext>
            </a:extLst>
          </p:cNvPr>
          <p:cNvSpPr>
            <a:spLocks noGrp="1"/>
          </p:cNvSpPr>
          <p:nvPr>
            <p:ph type="title"/>
          </p:nvPr>
        </p:nvSpPr>
        <p:spPr>
          <a:xfrm>
            <a:off x="101600" y="156899"/>
            <a:ext cx="10383024" cy="523624"/>
          </a:xfrm>
          <a:prstGeom prst="rect">
            <a:avLst/>
          </a:prstGeom>
        </p:spPr>
        <p:txBody>
          <a:bodyPr/>
          <a:lstStyle>
            <a:lvl1pPr>
              <a:defRPr b="1">
                <a:latin typeface="Arial" panose="020B0604020202020204" pitchFamily="34" charset="0"/>
                <a:cs typeface="Arial" panose="020B0604020202020204" pitchFamily="34" charset="0"/>
              </a:defRPr>
            </a:lvl1pPr>
          </a:lstStyle>
          <a:p>
            <a:r>
              <a:rPr lang="fr-FR"/>
              <a:t>Modifiez le style du titre</a:t>
            </a:r>
            <a:endParaRPr lang="en-GB"/>
          </a:p>
        </p:txBody>
      </p:sp>
      <p:cxnSp>
        <p:nvCxnSpPr>
          <p:cNvPr id="13" name="Connecteur droit 28">
            <a:extLst>
              <a:ext uri="{FF2B5EF4-FFF2-40B4-BE49-F238E27FC236}">
                <a16:creationId xmlns:a16="http://schemas.microsoft.com/office/drawing/2014/main" id="{EFAF0010-ADA1-7748-A509-B96B2DC55E23}"/>
              </a:ext>
            </a:extLst>
          </p:cNvPr>
          <p:cNvCxnSpPr/>
          <p:nvPr userDrawn="1"/>
        </p:nvCxnSpPr>
        <p:spPr>
          <a:xfrm>
            <a:off x="0" y="779407"/>
            <a:ext cx="12192000" cy="0"/>
          </a:xfrm>
          <a:prstGeom prst="line">
            <a:avLst/>
          </a:prstGeom>
          <a:ln w="25400">
            <a:solidFill>
              <a:schemeClr val="tx1"/>
            </a:solidFill>
          </a:ln>
        </p:spPr>
        <p:style>
          <a:lnRef idx="2">
            <a:schemeClr val="accent1"/>
          </a:lnRef>
          <a:fillRef idx="0">
            <a:schemeClr val="accent1"/>
          </a:fillRef>
          <a:effectRef idx="1">
            <a:schemeClr val="accent1"/>
          </a:effectRef>
          <a:fontRef idx="minor">
            <a:schemeClr val="tx1"/>
          </a:fontRef>
        </p:style>
      </p:cxnSp>
      <p:pic>
        <p:nvPicPr>
          <p:cNvPr id="10" name="Immagine 13">
            <a:extLst>
              <a:ext uri="{FF2B5EF4-FFF2-40B4-BE49-F238E27FC236}">
                <a16:creationId xmlns:a16="http://schemas.microsoft.com/office/drawing/2014/main" id="{E4C47D91-C9E2-7449-8FEE-B36157A746D4}"/>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1320800" y="6242072"/>
            <a:ext cx="1968000" cy="471885"/>
          </a:xfrm>
          <a:prstGeom prst="rect">
            <a:avLst/>
          </a:prstGeom>
          <a:solidFill>
            <a:srgbClr val="30302F"/>
          </a:solidFill>
          <a:ln>
            <a:noFill/>
          </a:ln>
        </p:spPr>
      </p:pic>
    </p:spTree>
    <p:extLst>
      <p:ext uri="{BB962C8B-B14F-4D97-AF65-F5344CB8AC3E}">
        <p14:creationId xmlns:p14="http://schemas.microsoft.com/office/powerpoint/2010/main" val="270954532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ibm sign-off (blue60)">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230932" y="3083850"/>
            <a:ext cx="1730141" cy="690308"/>
          </a:xfrm>
          <a:prstGeom prst="rect">
            <a:avLst/>
          </a:prstGeom>
        </p:spPr>
      </p:pic>
    </p:spTree>
    <p:extLst>
      <p:ext uri="{BB962C8B-B14F-4D97-AF65-F5344CB8AC3E}">
        <p14:creationId xmlns:p14="http://schemas.microsoft.com/office/powerpoint/2010/main" val="13443724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x">
  <p:cSld name="Titre image">
    <p:spTree>
      <p:nvGrpSpPr>
        <p:cNvPr id="1" name=""/>
        <p:cNvGrpSpPr/>
        <p:nvPr/>
      </p:nvGrpSpPr>
      <p:grpSpPr>
        <a:xfrm>
          <a:off x="0" y="0"/>
          <a:ext cx="0" cy="0"/>
          <a:chOff x="0" y="0"/>
          <a:chExt cx="0" cy="0"/>
        </a:xfrm>
      </p:grpSpPr>
      <p:pic>
        <p:nvPicPr>
          <p:cNvPr id="16" name="Image 1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161972" y="3065822"/>
            <a:ext cx="5029200" cy="3803333"/>
          </a:xfrm>
          <a:prstGeom prst="rect">
            <a:avLst/>
          </a:prstGeom>
        </p:spPr>
      </p:pic>
      <p:sp>
        <p:nvSpPr>
          <p:cNvPr id="15" name="Décision 2"/>
          <p:cNvSpPr/>
          <p:nvPr userDrawn="1"/>
        </p:nvSpPr>
        <p:spPr>
          <a:xfrm flipH="1">
            <a:off x="10763817" y="2559241"/>
            <a:ext cx="1427356" cy="428897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a:solidFill>
                <a:schemeClr val="bg1"/>
              </a:solidFill>
              <a:latin typeface="Swis721 BT Roman" charset="0"/>
              <a:ea typeface="Swis721 BT Roman" charset="0"/>
              <a:cs typeface="Swis721 BT Roman" charset="0"/>
            </a:endParaRPr>
          </a:p>
        </p:txBody>
      </p:sp>
      <p:sp>
        <p:nvSpPr>
          <p:cNvPr id="14" name="Décision 2"/>
          <p:cNvSpPr/>
          <p:nvPr userDrawn="1"/>
        </p:nvSpPr>
        <p:spPr>
          <a:xfrm>
            <a:off x="-8382" y="1"/>
            <a:ext cx="3328908" cy="6869155"/>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92" h="10003">
                <a:moveTo>
                  <a:pt x="0" y="10003"/>
                </a:moveTo>
                <a:cubicBezTo>
                  <a:pt x="7" y="6670"/>
                  <a:pt x="6" y="3333"/>
                  <a:pt x="13" y="0"/>
                </a:cubicBezTo>
                <a:lnTo>
                  <a:pt x="6284" y="0"/>
                </a:lnTo>
                <a:lnTo>
                  <a:pt x="9992" y="2700"/>
                </a:lnTo>
                <a:lnTo>
                  <a:pt x="0" y="10003"/>
                </a:lnTo>
                <a:close/>
              </a:path>
            </a:pathLst>
          </a:cu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a:solidFill>
                <a:schemeClr val="bg1"/>
              </a:solidFill>
              <a:latin typeface="Swis721 BT Roman" charset="0"/>
              <a:ea typeface="Swis721 BT Roman" charset="0"/>
              <a:cs typeface="Swis721 BT Roman" charset="0"/>
            </a:endParaRPr>
          </a:p>
        </p:txBody>
      </p:sp>
      <p:sp>
        <p:nvSpPr>
          <p:cNvPr id="36" name="Shape 36"/>
          <p:cNvSpPr>
            <a:spLocks noGrp="1"/>
          </p:cNvSpPr>
          <p:nvPr>
            <p:ph type="title"/>
          </p:nvPr>
        </p:nvSpPr>
        <p:spPr>
          <a:xfrm>
            <a:off x="3625149" y="288715"/>
            <a:ext cx="8303812" cy="2874104"/>
          </a:xfrm>
          <a:prstGeom prst="rect">
            <a:avLst/>
          </a:prstGeom>
        </p:spPr>
        <p:txBody>
          <a:bodyPr/>
          <a:lstStyle>
            <a:lvl1pPr>
              <a:defRPr sz="3225" b="0">
                <a:solidFill>
                  <a:srgbClr val="FFFFFF"/>
                </a:solidFill>
              </a:defRPr>
            </a:lvl1pPr>
          </a:lstStyle>
          <a:p>
            <a:r>
              <a:rPr lang="en-US"/>
              <a:t>Click to edit Master title style</a:t>
            </a:r>
            <a:endParaRPr/>
          </a:p>
        </p:txBody>
      </p:sp>
      <p:sp>
        <p:nvSpPr>
          <p:cNvPr id="37" name="Shape 37"/>
          <p:cNvSpPr>
            <a:spLocks noGrp="1"/>
          </p:cNvSpPr>
          <p:nvPr>
            <p:ph type="body" sz="half" idx="1"/>
          </p:nvPr>
        </p:nvSpPr>
        <p:spPr>
          <a:xfrm>
            <a:off x="3361309" y="2360054"/>
            <a:ext cx="4508528" cy="4021755"/>
          </a:xfrm>
          <a:prstGeom prst="rect">
            <a:avLst/>
          </a:prstGeom>
        </p:spPr>
        <p:txBody>
          <a:bodyPr anchor="ctr"/>
          <a:lstStyle>
            <a:lvl1pPr algn="r">
              <a:lnSpc>
                <a:spcPct val="100000"/>
              </a:lnSpc>
              <a:spcBef>
                <a:spcPts val="0"/>
              </a:spcBef>
              <a:defRPr sz="1351">
                <a:solidFill>
                  <a:srgbClr val="FFFFFF"/>
                </a:solidFill>
                <a:latin typeface="+mn-lt"/>
              </a:defRPr>
            </a:lvl1pPr>
            <a:lvl2pPr marL="0" indent="85721" algn="r">
              <a:lnSpc>
                <a:spcPct val="100000"/>
              </a:lnSpc>
              <a:spcBef>
                <a:spcPts val="0"/>
              </a:spcBef>
              <a:buClrTx/>
              <a:buSzTx/>
              <a:buNone/>
              <a:defRPr sz="1200">
                <a:solidFill>
                  <a:srgbClr val="DCDEE0"/>
                </a:solidFill>
                <a:latin typeface="Swis721 Lt BT"/>
                <a:ea typeface="Swis721 Lt BT"/>
                <a:cs typeface="Swis721 Lt BT"/>
                <a:sym typeface="Swis721 Lt BT"/>
              </a:defRPr>
            </a:lvl2pPr>
            <a:lvl3pPr marL="0" indent="171442" algn="r">
              <a:lnSpc>
                <a:spcPct val="100000"/>
              </a:lnSpc>
              <a:spcBef>
                <a:spcPts val="0"/>
              </a:spcBef>
              <a:buClrTx/>
              <a:buSzTx/>
              <a:buNone/>
              <a:defRPr sz="1200">
                <a:solidFill>
                  <a:srgbClr val="DCDEE0"/>
                </a:solidFill>
                <a:latin typeface="Swis721 Lt BT"/>
                <a:ea typeface="Swis721 Lt BT"/>
                <a:cs typeface="Swis721 Lt BT"/>
                <a:sym typeface="Swis721 Lt BT"/>
              </a:defRPr>
            </a:lvl3pPr>
            <a:lvl4pPr marL="0" indent="257163" algn="r">
              <a:lnSpc>
                <a:spcPct val="100000"/>
              </a:lnSpc>
              <a:spcBef>
                <a:spcPts val="0"/>
              </a:spcBef>
              <a:buClrTx/>
              <a:buSzTx/>
              <a:buNone/>
              <a:defRPr sz="1200">
                <a:solidFill>
                  <a:srgbClr val="DCDEE0"/>
                </a:solidFill>
                <a:latin typeface="Swis721 Lt BT"/>
                <a:ea typeface="Swis721 Lt BT"/>
                <a:cs typeface="Swis721 Lt BT"/>
                <a:sym typeface="Swis721 Lt BT"/>
              </a:defRPr>
            </a:lvl4pPr>
            <a:lvl5pPr marL="0" indent="342883" algn="r">
              <a:lnSpc>
                <a:spcPct val="100000"/>
              </a:lnSpc>
              <a:spcBef>
                <a:spcPts val="0"/>
              </a:spcBef>
              <a:buClrTx/>
              <a:buSzTx/>
              <a:buNone/>
              <a:defRPr sz="1200">
                <a:solidFill>
                  <a:srgbClr val="DCDEE0"/>
                </a:solidFill>
                <a:latin typeface="Swis721 Lt BT"/>
                <a:ea typeface="Swis721 Lt BT"/>
                <a:cs typeface="Swis721 Lt BT"/>
                <a:sym typeface="Swis721 Lt B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4" name="Shape 44"/>
          <p:cNvSpPr/>
          <p:nvPr/>
        </p:nvSpPr>
        <p:spPr>
          <a:xfrm>
            <a:off x="423328" y="5670333"/>
            <a:ext cx="4710959" cy="786391"/>
          </a:xfrm>
          <a:custGeom>
            <a:avLst/>
            <a:gdLst/>
            <a:ahLst/>
            <a:cxnLst>
              <a:cxn ang="0">
                <a:pos x="wd2" y="hd2"/>
              </a:cxn>
              <a:cxn ang="5400000">
                <a:pos x="wd2" y="hd2"/>
              </a:cxn>
              <a:cxn ang="10800000">
                <a:pos x="wd2" y="hd2"/>
              </a:cxn>
              <a:cxn ang="16200000">
                <a:pos x="wd2" y="hd2"/>
              </a:cxn>
            </a:cxnLst>
            <a:rect l="0" t="0" r="r" b="b"/>
            <a:pathLst>
              <a:path w="21600" h="21600" extrusionOk="0">
                <a:moveTo>
                  <a:pt x="0" y="21458"/>
                </a:moveTo>
                <a:lnTo>
                  <a:pt x="2445" y="0"/>
                </a:lnTo>
                <a:lnTo>
                  <a:pt x="21600" y="174"/>
                </a:lnTo>
                <a:lnTo>
                  <a:pt x="19166" y="21600"/>
                </a:lnTo>
                <a:lnTo>
                  <a:pt x="0" y="21458"/>
                </a:lnTo>
                <a:close/>
              </a:path>
            </a:pathLst>
          </a:custGeom>
          <a:solidFill>
            <a:srgbClr val="FFFFFF"/>
          </a:solidFill>
          <a:ln w="12700">
            <a:miter lim="400000"/>
          </a:ln>
        </p:spPr>
        <p:txBody>
          <a:bodyPr lIns="26789" tIns="26789" rIns="26789" bIns="26789" anchor="ctr"/>
          <a:lstStyle/>
          <a:p>
            <a:pPr>
              <a:defRPr sz="3200"/>
            </a:pPr>
            <a:endParaRPr sz="1200"/>
          </a:p>
        </p:txBody>
      </p:sp>
      <p:pic>
        <p:nvPicPr>
          <p:cNvPr id="45" name="pasted-image.tif"/>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983639" y="5917081"/>
            <a:ext cx="2108455" cy="292967"/>
          </a:xfrm>
          <a:prstGeom prst="rect">
            <a:avLst/>
          </a:prstGeom>
          <a:ln w="12700">
            <a:miter lim="400000"/>
          </a:ln>
        </p:spPr>
      </p:pic>
      <p:pic>
        <p:nvPicPr>
          <p:cNvPr id="46" name="pasted-image.tif"/>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3492571" y="5850295"/>
            <a:ext cx="872531" cy="394256"/>
          </a:xfrm>
          <a:prstGeom prst="rect">
            <a:avLst/>
          </a:prstGeom>
          <a:ln w="12700">
            <a:miter lim="400000"/>
          </a:ln>
        </p:spPr>
      </p:pic>
      <p:pic>
        <p:nvPicPr>
          <p:cNvPr id="12" name="pasted-image.pdf"/>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183463" y="198888"/>
            <a:ext cx="1584368" cy="1464101"/>
          </a:xfrm>
          <a:prstGeom prst="rect">
            <a:avLst/>
          </a:prstGeom>
          <a:ln w="12700">
            <a:miter lim="400000"/>
          </a:ln>
        </p:spPr>
      </p:pic>
      <p:pic>
        <p:nvPicPr>
          <p:cNvPr id="17" name="Picture 5" descr="IBM_black_logo">
            <a:extLst>
              <a:ext uri="{FF2B5EF4-FFF2-40B4-BE49-F238E27FC236}">
                <a16:creationId xmlns:a16="http://schemas.microsoft.com/office/drawing/2014/main" id="{0C94F7B7-96FE-0C45-862B-158C4940792E}"/>
              </a:ext>
            </a:extLst>
          </p:cNvPr>
          <p:cNvPicPr>
            <a:picLocks noChangeAspect="1" noChangeArrowheads="1"/>
          </p:cNvPicPr>
          <p:nvPr userDrawn="1"/>
        </p:nvPicPr>
        <p:blipFill>
          <a:blip r:embed="rId6" cstate="email">
            <a:extLst>
              <a:ext uri="{28A0092B-C50C-407E-A947-70E740481C1C}">
                <a14:useLocalDpi xmlns:a14="http://schemas.microsoft.com/office/drawing/2010/main"/>
              </a:ext>
            </a:extLst>
          </a:blip>
          <a:srcRect/>
          <a:stretch>
            <a:fillRect/>
          </a:stretch>
        </p:blipFill>
        <p:spPr bwMode="auto">
          <a:xfrm>
            <a:off x="669005" y="1861875"/>
            <a:ext cx="987068" cy="372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38697171"/>
      </p:ext>
    </p:extLst>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12" name="Espace réservé du pied de page 1">
            <a:extLst>
              <a:ext uri="{FF2B5EF4-FFF2-40B4-BE49-F238E27FC236}">
                <a16:creationId xmlns:a16="http://schemas.microsoft.com/office/drawing/2014/main" id="{F20C0310-E344-43F6-9D43-6DDF494E2184}"/>
              </a:ext>
            </a:extLst>
          </p:cNvPr>
          <p:cNvSpPr>
            <a:spLocks noGrp="1"/>
          </p:cNvSpPr>
          <p:nvPr>
            <p:ph type="ftr" sz="quarter" idx="3"/>
          </p:nvPr>
        </p:nvSpPr>
        <p:spPr>
          <a:xfrm>
            <a:off x="507524" y="6589856"/>
            <a:ext cx="1918431" cy="216000"/>
          </a:xfrm>
          <a:prstGeom prst="rect">
            <a:avLst/>
          </a:prstGeom>
        </p:spPr>
        <p:txBody>
          <a:bodyPr wrap="none" lIns="36000" tIns="0" rIns="72000" bIns="0" anchor="ctr"/>
          <a:lstStyle>
            <a:lvl1pPr>
              <a:defRPr sz="900"/>
            </a:lvl1pPr>
          </a:lstStyle>
          <a:p>
            <a:endParaRPr lang="fr-FR"/>
          </a:p>
        </p:txBody>
      </p:sp>
      <p:sp>
        <p:nvSpPr>
          <p:cNvPr id="13" name="Espace réservé du numéro de diapositive 2">
            <a:extLst>
              <a:ext uri="{FF2B5EF4-FFF2-40B4-BE49-F238E27FC236}">
                <a16:creationId xmlns:a16="http://schemas.microsoft.com/office/drawing/2014/main" id="{48532099-53A3-423B-A837-EC630AC2AE32}"/>
              </a:ext>
            </a:extLst>
          </p:cNvPr>
          <p:cNvSpPr>
            <a:spLocks noGrp="1"/>
          </p:cNvSpPr>
          <p:nvPr>
            <p:ph type="sldNum" sz="quarter" idx="4"/>
          </p:nvPr>
        </p:nvSpPr>
        <p:spPr>
          <a:xfrm>
            <a:off x="170669" y="6587027"/>
            <a:ext cx="305192" cy="216000"/>
          </a:xfrm>
          <a:prstGeom prst="rect">
            <a:avLst/>
          </a:prstGeom>
        </p:spPr>
        <p:txBody>
          <a:bodyPr wrap="none" lIns="36000" tIns="0" rIns="72000" bIns="0" anchor="ctr"/>
          <a:lstStyle>
            <a:lvl1pPr>
              <a:defRPr sz="900" b="1">
                <a:solidFill>
                  <a:schemeClr val="accent1">
                    <a:lumMod val="75000"/>
                  </a:schemeClr>
                </a:solidFill>
              </a:defRPr>
            </a:lvl1pPr>
          </a:lstStyle>
          <a:p>
            <a:fld id="{86CB4B4D-7CA3-9044-876B-883B54F8677D}" type="slidenum">
              <a:rPr lang="fr-FR" smtClean="0"/>
              <a:pPr/>
              <a:t>‹N°›</a:t>
            </a:fld>
            <a:endParaRPr lang="fr-FR"/>
          </a:p>
        </p:txBody>
      </p:sp>
      <p:sp>
        <p:nvSpPr>
          <p:cNvPr id="6" name="Title 1">
            <a:extLst>
              <a:ext uri="{FF2B5EF4-FFF2-40B4-BE49-F238E27FC236}">
                <a16:creationId xmlns:a16="http://schemas.microsoft.com/office/drawing/2014/main" id="{7FE159C4-170F-4DE7-9DA3-221316A5214C}"/>
              </a:ext>
            </a:extLst>
          </p:cNvPr>
          <p:cNvSpPr>
            <a:spLocks noGrp="1"/>
          </p:cNvSpPr>
          <p:nvPr>
            <p:ph type="title"/>
          </p:nvPr>
        </p:nvSpPr>
        <p:spPr>
          <a:xfrm>
            <a:off x="838200" y="127713"/>
            <a:ext cx="10515600" cy="841712"/>
          </a:xfrm>
          <a:prstGeom prst="rect">
            <a:avLst/>
          </a:prstGeom>
        </p:spPr>
        <p:txBody>
          <a:bodyPr anchor="ctr"/>
          <a:lstStyle>
            <a:lvl1pPr>
              <a:defRPr lang="fr-FR" sz="2400" b="1" dirty="0">
                <a:solidFill>
                  <a:schemeClr val="tx1"/>
                </a:solidFill>
                <a:latin typeface="Calibri" panose="020F0502020204030204" pitchFamily="34" charset="0"/>
                <a:cs typeface="Calibri" panose="020F0502020204030204" pitchFamily="34" charset="0"/>
              </a:defRPr>
            </a:lvl1pPr>
          </a:lstStyle>
          <a:p>
            <a:pPr marL="0" lvl="0"/>
            <a:r>
              <a:rPr lang="en-US"/>
              <a:t>Click to edit Master title style</a:t>
            </a:r>
            <a:endParaRPr lang="fr-FR"/>
          </a:p>
        </p:txBody>
      </p:sp>
    </p:spTree>
    <p:extLst>
      <p:ext uri="{BB962C8B-B14F-4D97-AF65-F5344CB8AC3E}">
        <p14:creationId xmlns:p14="http://schemas.microsoft.com/office/powerpoint/2010/main" val="3513593960"/>
      </p:ext>
    </p:extLst>
  </p:cSld>
  <p:clrMapOvr>
    <a:masterClrMapping/>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Titre et texte">
    <p:spTree>
      <p:nvGrpSpPr>
        <p:cNvPr id="1" name=""/>
        <p:cNvGrpSpPr/>
        <p:nvPr/>
      </p:nvGrpSpPr>
      <p:grpSpPr>
        <a:xfrm>
          <a:off x="0" y="0"/>
          <a:ext cx="0" cy="0"/>
          <a:chOff x="0" y="0"/>
          <a:chExt cx="0" cy="0"/>
        </a:xfrm>
      </p:grpSpPr>
      <p:sp>
        <p:nvSpPr>
          <p:cNvPr id="12" name="Décision 2"/>
          <p:cNvSpPr/>
          <p:nvPr userDrawn="1"/>
        </p:nvSpPr>
        <p:spPr>
          <a:xfrm>
            <a:off x="974" y="-120"/>
            <a:ext cx="700631" cy="1597855"/>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10000 h 10000"/>
              <a:gd name="connsiteX1" fmla="*/ 0 w 10000"/>
              <a:gd name="connsiteY1" fmla="*/ 0 h 10000"/>
              <a:gd name="connsiteX2" fmla="*/ 5280 w 10000"/>
              <a:gd name="connsiteY2" fmla="*/ 2676 h 10000"/>
              <a:gd name="connsiteX3" fmla="*/ 10000 w 10000"/>
              <a:gd name="connsiteY3" fmla="*/ 5000 h 10000"/>
              <a:gd name="connsiteX4" fmla="*/ 0 w 10000"/>
              <a:gd name="connsiteY4" fmla="*/ 10000 h 10000"/>
              <a:gd name="connsiteX0" fmla="*/ 0 w 10000"/>
              <a:gd name="connsiteY0" fmla="*/ 7324 h 7324"/>
              <a:gd name="connsiteX1" fmla="*/ 0 w 10000"/>
              <a:gd name="connsiteY1" fmla="*/ 591 h 7324"/>
              <a:gd name="connsiteX2" fmla="*/ 5280 w 10000"/>
              <a:gd name="connsiteY2" fmla="*/ 0 h 7324"/>
              <a:gd name="connsiteX3" fmla="*/ 10000 w 10000"/>
              <a:gd name="connsiteY3" fmla="*/ 2324 h 7324"/>
              <a:gd name="connsiteX4" fmla="*/ 0 w 10000"/>
              <a:gd name="connsiteY4" fmla="*/ 7324 h 7324"/>
              <a:gd name="connsiteX0" fmla="*/ 0 w 10000"/>
              <a:gd name="connsiteY0" fmla="*/ 9348 h 9348"/>
              <a:gd name="connsiteX1" fmla="*/ 0 w 10000"/>
              <a:gd name="connsiteY1" fmla="*/ 155 h 9348"/>
              <a:gd name="connsiteX2" fmla="*/ 6284 w 10000"/>
              <a:gd name="connsiteY2" fmla="*/ 0 h 9348"/>
              <a:gd name="connsiteX3" fmla="*/ 10000 w 10000"/>
              <a:gd name="connsiteY3" fmla="*/ 2521 h 9348"/>
              <a:gd name="connsiteX4" fmla="*/ 0 w 10000"/>
              <a:gd name="connsiteY4" fmla="*/ 9348 h 9348"/>
              <a:gd name="connsiteX0" fmla="*/ 0 w 10000"/>
              <a:gd name="connsiteY0" fmla="*/ 10029 h 10029"/>
              <a:gd name="connsiteX1" fmla="*/ 0 w 10000"/>
              <a:gd name="connsiteY1" fmla="*/ 0 h 10029"/>
              <a:gd name="connsiteX2" fmla="*/ 6284 w 10000"/>
              <a:gd name="connsiteY2" fmla="*/ 29 h 10029"/>
              <a:gd name="connsiteX3" fmla="*/ 10000 w 10000"/>
              <a:gd name="connsiteY3" fmla="*/ 2726 h 10029"/>
              <a:gd name="connsiteX4" fmla="*/ 0 w 10000"/>
              <a:gd name="connsiteY4" fmla="*/ 10029 h 10029"/>
              <a:gd name="connsiteX0" fmla="*/ 0 w 10000"/>
              <a:gd name="connsiteY0" fmla="*/ 10000 h 10000"/>
              <a:gd name="connsiteX1" fmla="*/ 0 w 10000"/>
              <a:gd name="connsiteY1" fmla="*/ 41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10000 h 10000"/>
              <a:gd name="connsiteX1" fmla="*/ 20 w 10000"/>
              <a:gd name="connsiteY1" fmla="*/ 6 h 10000"/>
              <a:gd name="connsiteX2" fmla="*/ 6284 w 10000"/>
              <a:gd name="connsiteY2" fmla="*/ 0 h 10000"/>
              <a:gd name="connsiteX3" fmla="*/ 10000 w 10000"/>
              <a:gd name="connsiteY3" fmla="*/ 2697 h 10000"/>
              <a:gd name="connsiteX4" fmla="*/ 0 w 10000"/>
              <a:gd name="connsiteY4" fmla="*/ 10000 h 10000"/>
              <a:gd name="connsiteX0" fmla="*/ 0 w 10000"/>
              <a:gd name="connsiteY0" fmla="*/ 9994 h 9994"/>
              <a:gd name="connsiteX1" fmla="*/ 20 w 10000"/>
              <a:gd name="connsiteY1" fmla="*/ 0 h 9994"/>
              <a:gd name="connsiteX2" fmla="*/ 6284 w 10000"/>
              <a:gd name="connsiteY2" fmla="*/ 0 h 9994"/>
              <a:gd name="connsiteX3" fmla="*/ 10000 w 10000"/>
              <a:gd name="connsiteY3" fmla="*/ 2691 h 9994"/>
              <a:gd name="connsiteX4" fmla="*/ 0 w 10000"/>
              <a:gd name="connsiteY4" fmla="*/ 9994 h 9994"/>
              <a:gd name="connsiteX0" fmla="*/ 0 w 10000"/>
              <a:gd name="connsiteY0" fmla="*/ 10003 h 10003"/>
              <a:gd name="connsiteX1" fmla="*/ 13 w 10000"/>
              <a:gd name="connsiteY1" fmla="*/ 0 h 10003"/>
              <a:gd name="connsiteX2" fmla="*/ 6284 w 10000"/>
              <a:gd name="connsiteY2" fmla="*/ 3 h 10003"/>
              <a:gd name="connsiteX3" fmla="*/ 10000 w 10000"/>
              <a:gd name="connsiteY3" fmla="*/ 2696 h 10003"/>
              <a:gd name="connsiteX4" fmla="*/ 0 w 10000"/>
              <a:gd name="connsiteY4" fmla="*/ 10003 h 10003"/>
              <a:gd name="connsiteX0" fmla="*/ 0 w 10000"/>
              <a:gd name="connsiteY0" fmla="*/ 10003 h 10003"/>
              <a:gd name="connsiteX1" fmla="*/ 13 w 10000"/>
              <a:gd name="connsiteY1" fmla="*/ 0 h 10003"/>
              <a:gd name="connsiteX2" fmla="*/ 6284 w 10000"/>
              <a:gd name="connsiteY2" fmla="*/ 0 h 10003"/>
              <a:gd name="connsiteX3" fmla="*/ 10000 w 10000"/>
              <a:gd name="connsiteY3" fmla="*/ 2696 h 10003"/>
              <a:gd name="connsiteX4" fmla="*/ 0 w 10000"/>
              <a:gd name="connsiteY4" fmla="*/ 10003 h 10003"/>
              <a:gd name="connsiteX0" fmla="*/ 0 w 9992"/>
              <a:gd name="connsiteY0" fmla="*/ 10003 h 10003"/>
              <a:gd name="connsiteX1" fmla="*/ 13 w 9992"/>
              <a:gd name="connsiteY1" fmla="*/ 0 h 10003"/>
              <a:gd name="connsiteX2" fmla="*/ 6284 w 9992"/>
              <a:gd name="connsiteY2" fmla="*/ 0 h 10003"/>
              <a:gd name="connsiteX3" fmla="*/ 9992 w 9992"/>
              <a:gd name="connsiteY3" fmla="*/ 2700 h 10003"/>
              <a:gd name="connsiteX4" fmla="*/ 0 w 9992"/>
              <a:gd name="connsiteY4" fmla="*/ 10003 h 10003"/>
              <a:gd name="connsiteX0" fmla="*/ 0 w 10000"/>
              <a:gd name="connsiteY0" fmla="*/ 11065 h 11065"/>
              <a:gd name="connsiteX1" fmla="*/ 13 w 10000"/>
              <a:gd name="connsiteY1" fmla="*/ 1065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1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5 h 11065"/>
              <a:gd name="connsiteX1" fmla="*/ 43 w 10000"/>
              <a:gd name="connsiteY1" fmla="*/ 14 h 11065"/>
              <a:gd name="connsiteX2" fmla="*/ 4815 w 10000"/>
              <a:gd name="connsiteY2" fmla="*/ 0 h 11065"/>
              <a:gd name="connsiteX3" fmla="*/ 10000 w 10000"/>
              <a:gd name="connsiteY3" fmla="*/ 3764 h 11065"/>
              <a:gd name="connsiteX4" fmla="*/ 0 w 10000"/>
              <a:gd name="connsiteY4" fmla="*/ 11065 h 11065"/>
              <a:gd name="connsiteX0" fmla="*/ 0 w 10000"/>
              <a:gd name="connsiteY0" fmla="*/ 11066 h 11066"/>
              <a:gd name="connsiteX1" fmla="*/ 73 w 10000"/>
              <a:gd name="connsiteY1" fmla="*/ 0 h 11066"/>
              <a:gd name="connsiteX2" fmla="*/ 4815 w 10000"/>
              <a:gd name="connsiteY2" fmla="*/ 1 h 11066"/>
              <a:gd name="connsiteX3" fmla="*/ 10000 w 10000"/>
              <a:gd name="connsiteY3" fmla="*/ 3765 h 11066"/>
              <a:gd name="connsiteX4" fmla="*/ 0 w 10000"/>
              <a:gd name="connsiteY4" fmla="*/ 11066 h 11066"/>
              <a:gd name="connsiteX0" fmla="*/ 0 w 10000"/>
              <a:gd name="connsiteY0" fmla="*/ 11066 h 11066"/>
              <a:gd name="connsiteX1" fmla="*/ 13 w 10000"/>
              <a:gd name="connsiteY1" fmla="*/ 0 h 11066"/>
              <a:gd name="connsiteX2" fmla="*/ 4815 w 10000"/>
              <a:gd name="connsiteY2" fmla="*/ 1 h 11066"/>
              <a:gd name="connsiteX3" fmla="*/ 10000 w 10000"/>
              <a:gd name="connsiteY3" fmla="*/ 3765 h 11066"/>
              <a:gd name="connsiteX4" fmla="*/ 0 w 10000"/>
              <a:gd name="connsiteY4" fmla="*/ 11066 h 110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1066">
                <a:moveTo>
                  <a:pt x="0" y="11066"/>
                </a:moveTo>
                <a:cubicBezTo>
                  <a:pt x="7" y="7734"/>
                  <a:pt x="6" y="3332"/>
                  <a:pt x="13" y="0"/>
                </a:cubicBezTo>
                <a:lnTo>
                  <a:pt x="4815" y="1"/>
                </a:lnTo>
                <a:lnTo>
                  <a:pt x="10000" y="3765"/>
                </a:lnTo>
                <a:lnTo>
                  <a:pt x="0" y="11066"/>
                </a:lnTo>
                <a:close/>
              </a:path>
            </a:pathLst>
          </a:custGeom>
          <a:solidFill>
            <a:srgbClr val="E7473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a:solidFill>
                <a:schemeClr val="bg1"/>
              </a:solidFill>
              <a:latin typeface="Swis721 BT Roman" charset="0"/>
              <a:ea typeface="Swis721 BT Roman" charset="0"/>
              <a:cs typeface="Swis721 BT Roman" charset="0"/>
            </a:endParaRPr>
          </a:p>
        </p:txBody>
      </p:sp>
      <p:sp>
        <p:nvSpPr>
          <p:cNvPr id="8" name="Espace réservé du texte 7"/>
          <p:cNvSpPr>
            <a:spLocks noGrp="1"/>
          </p:cNvSpPr>
          <p:nvPr>
            <p:ph type="body" sz="quarter" idx="15"/>
          </p:nvPr>
        </p:nvSpPr>
        <p:spPr>
          <a:xfrm>
            <a:off x="838200" y="1178669"/>
            <a:ext cx="10515600" cy="5112000"/>
          </a:xfrm>
          <a:prstGeom prst="rect">
            <a:avLst/>
          </a:prstGeom>
        </p:spPr>
        <p:txBody>
          <a:bodyPr/>
          <a:lstStyle>
            <a:lvl1pPr>
              <a:defRPr lang="en-US" sz="1800" b="1" dirty="0">
                <a:solidFill>
                  <a:schemeClr val="tx1"/>
                </a:solidFill>
                <a:latin typeface="Calibri" panose="020F0502020204030204" pitchFamily="34" charset="0"/>
                <a:cs typeface="Calibri" panose="020F0502020204030204" pitchFamily="34" charset="0"/>
              </a:defRPr>
            </a:lvl1pPr>
            <a:lvl2pPr marL="220657" indent="-220657">
              <a:defRPr lang="en-US" sz="1600" dirty="0">
                <a:solidFill>
                  <a:schemeClr val="tx1"/>
                </a:solidFill>
                <a:latin typeface="Calibri" panose="020F0502020204030204" pitchFamily="34" charset="0"/>
                <a:cs typeface="Calibri" panose="020F0502020204030204" pitchFamily="34" charset="0"/>
              </a:defRPr>
            </a:lvl2pPr>
            <a:lvl3pPr marL="357179" indent="-201608">
              <a:defRPr lang="en-US" sz="1400" dirty="0">
                <a:solidFill>
                  <a:schemeClr val="tx1"/>
                </a:solidFill>
                <a:latin typeface="Calibri" panose="020F0502020204030204" pitchFamily="34" charset="0"/>
                <a:cs typeface="Calibri" panose="020F0502020204030204" pitchFamily="34" charset="0"/>
              </a:defRPr>
            </a:lvl3pPr>
            <a:lvl4pPr marL="534975" indent="-220657">
              <a:defRPr lang="en-US" sz="1200" dirty="0">
                <a:solidFill>
                  <a:schemeClr val="tx1"/>
                </a:solidFill>
                <a:latin typeface="Calibri" panose="020F0502020204030204" pitchFamily="34" charset="0"/>
                <a:cs typeface="Calibri" panose="020F0502020204030204" pitchFamily="34" charset="0"/>
              </a:defRPr>
            </a:lvl4pPr>
            <a:lvl5pPr marL="714357" indent="-220657">
              <a:defRPr lang="fr-FR" sz="1100" dirty="0">
                <a:solidFill>
                  <a:schemeClr val="tx1"/>
                </a:solidFill>
                <a:latin typeface="Calibri" panose="020F0502020204030204" pitchFamily="34" charset="0"/>
                <a:cs typeface="Calibri" panose="020F0502020204030204" pitchFamily="34" charset="0"/>
              </a:defRPr>
            </a:lvl5pPr>
          </a:lstStyle>
          <a:p>
            <a:pPr lvl="0">
              <a:spcBef>
                <a:spcPts val="0"/>
              </a:spcBef>
              <a:spcAft>
                <a:spcPts val="300"/>
              </a:spcAft>
            </a:pPr>
            <a:r>
              <a:rPr lang="en-US"/>
              <a:t>Click to edit Master text styles</a:t>
            </a:r>
          </a:p>
          <a:p>
            <a:pPr lvl="1">
              <a:spcBef>
                <a:spcPts val="0"/>
              </a:spcBef>
              <a:spcAft>
                <a:spcPts val="300"/>
              </a:spcAft>
            </a:pPr>
            <a:r>
              <a:rPr lang="en-US"/>
              <a:t>Second level</a:t>
            </a:r>
          </a:p>
          <a:p>
            <a:pPr lvl="2">
              <a:spcBef>
                <a:spcPts val="0"/>
              </a:spcBef>
              <a:spcAft>
                <a:spcPts val="300"/>
              </a:spcAft>
            </a:pPr>
            <a:r>
              <a:rPr lang="en-US"/>
              <a:t>Third level</a:t>
            </a:r>
          </a:p>
          <a:p>
            <a:pPr lvl="3">
              <a:spcBef>
                <a:spcPts val="0"/>
              </a:spcBef>
              <a:spcAft>
                <a:spcPts val="300"/>
              </a:spcAft>
            </a:pPr>
            <a:r>
              <a:rPr lang="en-US"/>
              <a:t>Fourth level</a:t>
            </a:r>
          </a:p>
          <a:p>
            <a:pPr lvl="4">
              <a:spcBef>
                <a:spcPts val="0"/>
              </a:spcBef>
              <a:spcAft>
                <a:spcPts val="300"/>
              </a:spcAft>
            </a:pPr>
            <a:r>
              <a:rPr lang="en-US"/>
              <a:t>Fifth level</a:t>
            </a:r>
            <a:endParaRPr lang="fr-FR"/>
          </a:p>
        </p:txBody>
      </p:sp>
      <p:pic>
        <p:nvPicPr>
          <p:cNvPr id="15" name="pasted-image.pdf">
            <a:extLst>
              <a:ext uri="{FF2B5EF4-FFF2-40B4-BE49-F238E27FC236}">
                <a16:creationId xmlns:a16="http://schemas.microsoft.com/office/drawing/2014/main" id="{74B1F0E4-2D93-4F44-9DB9-63C7D7768BA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546303" y="6322374"/>
            <a:ext cx="513999" cy="474981"/>
          </a:xfrm>
          <a:prstGeom prst="rect">
            <a:avLst/>
          </a:prstGeom>
          <a:ln w="12700">
            <a:miter lim="400000"/>
          </a:ln>
        </p:spPr>
      </p:pic>
      <p:sp>
        <p:nvSpPr>
          <p:cNvPr id="16" name="Décision 2">
            <a:extLst>
              <a:ext uri="{FF2B5EF4-FFF2-40B4-BE49-F238E27FC236}">
                <a16:creationId xmlns:a16="http://schemas.microsoft.com/office/drawing/2014/main" id="{71527B2B-558F-4983-B807-9201141CE944}"/>
              </a:ext>
            </a:extLst>
          </p:cNvPr>
          <p:cNvSpPr/>
          <p:nvPr userDrawn="1"/>
        </p:nvSpPr>
        <p:spPr>
          <a:xfrm>
            <a:off x="973" y="6533871"/>
            <a:ext cx="120668" cy="333463"/>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 name="connsiteX0" fmla="*/ 0 w 5000"/>
              <a:gd name="connsiteY0" fmla="*/ 10000 h 10000"/>
              <a:gd name="connsiteX1" fmla="*/ 0 w 5000"/>
              <a:gd name="connsiteY1" fmla="*/ 0 h 10000"/>
              <a:gd name="connsiteX2" fmla="*/ 5000 w 5000"/>
              <a:gd name="connsiteY2" fmla="*/ 5000 h 10000"/>
              <a:gd name="connsiteX3" fmla="*/ 0 w 5000"/>
              <a:gd name="connsiteY3" fmla="*/ 10000 h 10000"/>
            </a:gdLst>
            <a:ahLst/>
            <a:cxnLst>
              <a:cxn ang="0">
                <a:pos x="connsiteX0" y="connsiteY0"/>
              </a:cxn>
              <a:cxn ang="0">
                <a:pos x="connsiteX1" y="connsiteY1"/>
              </a:cxn>
              <a:cxn ang="0">
                <a:pos x="connsiteX2" y="connsiteY2"/>
              </a:cxn>
              <a:cxn ang="0">
                <a:pos x="connsiteX3" y="connsiteY3"/>
              </a:cxn>
            </a:cxnLst>
            <a:rect l="l" t="t" r="r" b="b"/>
            <a:pathLst>
              <a:path w="5000" h="10000">
                <a:moveTo>
                  <a:pt x="0" y="10000"/>
                </a:moveTo>
                <a:lnTo>
                  <a:pt x="0" y="0"/>
                </a:lnTo>
                <a:lnTo>
                  <a:pt x="5000" y="5000"/>
                </a:lnTo>
                <a:lnTo>
                  <a:pt x="0" y="10000"/>
                </a:lnTo>
                <a:close/>
              </a:path>
            </a:pathLst>
          </a:custGeom>
          <a:solidFill>
            <a:srgbClr val="003A8D"/>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6789" tIns="26789" rIns="26789" bIns="26789" numCol="1" spcCol="38100" rtlCol="0" fromWordArt="0" anchor="ctr" anchorCtr="0" forceAA="0" compatLnSpc="1">
            <a:prstTxWarp prst="textNoShape">
              <a:avLst/>
            </a:prstTxWarp>
            <a:normAutofit/>
          </a:bodyPr>
          <a:lstStyle/>
          <a:p>
            <a:pPr algn="ctr"/>
            <a:endParaRPr lang="fr-FR" sz="1200">
              <a:solidFill>
                <a:schemeClr val="bg1"/>
              </a:solidFill>
              <a:latin typeface="Swis721 BT Roman" charset="0"/>
              <a:ea typeface="Swis721 BT Roman" charset="0"/>
              <a:cs typeface="Swis721 BT Roman" charset="0"/>
            </a:endParaRPr>
          </a:p>
        </p:txBody>
      </p:sp>
      <p:pic>
        <p:nvPicPr>
          <p:cNvPr id="19" name="Picture 5" descr="IBM_black_logo">
            <a:extLst>
              <a:ext uri="{FF2B5EF4-FFF2-40B4-BE49-F238E27FC236}">
                <a16:creationId xmlns:a16="http://schemas.microsoft.com/office/drawing/2014/main" id="{BCFE4F7F-2089-4901-8719-9ED2C21A4672}"/>
              </a:ext>
            </a:extLst>
          </p:cNvPr>
          <p:cNvPicPr>
            <a:picLocks noChangeAspect="1" noChangeArrowheads="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10875133" y="6499914"/>
            <a:ext cx="609971" cy="2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Espace réservé du pied de page 1">
            <a:extLst>
              <a:ext uri="{FF2B5EF4-FFF2-40B4-BE49-F238E27FC236}">
                <a16:creationId xmlns:a16="http://schemas.microsoft.com/office/drawing/2014/main" id="{C301514A-6F2D-4410-A99E-7694FFBECBD2}"/>
              </a:ext>
            </a:extLst>
          </p:cNvPr>
          <p:cNvSpPr>
            <a:spLocks noGrp="1"/>
          </p:cNvSpPr>
          <p:nvPr>
            <p:ph type="ftr" sz="quarter" idx="3"/>
          </p:nvPr>
        </p:nvSpPr>
        <p:spPr>
          <a:xfrm>
            <a:off x="507524" y="6589856"/>
            <a:ext cx="1918431" cy="216000"/>
          </a:xfrm>
          <a:prstGeom prst="rect">
            <a:avLst/>
          </a:prstGeom>
        </p:spPr>
        <p:txBody>
          <a:bodyPr wrap="none" lIns="36000" tIns="0" rIns="72000" bIns="0" anchor="ctr"/>
          <a:lstStyle>
            <a:lvl1pPr>
              <a:defRPr sz="900"/>
            </a:lvl1pPr>
          </a:lstStyle>
          <a:p>
            <a:endParaRPr lang="fr-FR"/>
          </a:p>
        </p:txBody>
      </p:sp>
      <p:sp>
        <p:nvSpPr>
          <p:cNvPr id="23" name="Espace réservé du numéro de diapositive 2">
            <a:extLst>
              <a:ext uri="{FF2B5EF4-FFF2-40B4-BE49-F238E27FC236}">
                <a16:creationId xmlns:a16="http://schemas.microsoft.com/office/drawing/2014/main" id="{4894F215-B394-4F54-8173-B4F7A64A3E66}"/>
              </a:ext>
            </a:extLst>
          </p:cNvPr>
          <p:cNvSpPr>
            <a:spLocks noGrp="1"/>
          </p:cNvSpPr>
          <p:nvPr>
            <p:ph type="sldNum" sz="quarter" idx="4"/>
          </p:nvPr>
        </p:nvSpPr>
        <p:spPr>
          <a:xfrm>
            <a:off x="170669" y="6587027"/>
            <a:ext cx="305192" cy="216000"/>
          </a:xfrm>
          <a:prstGeom prst="rect">
            <a:avLst/>
          </a:prstGeom>
        </p:spPr>
        <p:txBody>
          <a:bodyPr wrap="none" lIns="36000" tIns="0" rIns="72000" bIns="0" anchor="ctr"/>
          <a:lstStyle>
            <a:lvl1pPr>
              <a:defRPr sz="900" b="1">
                <a:solidFill>
                  <a:schemeClr val="accent1">
                    <a:lumMod val="75000"/>
                  </a:schemeClr>
                </a:solidFill>
              </a:defRPr>
            </a:lvl1pPr>
          </a:lstStyle>
          <a:p>
            <a:fld id="{86CB4B4D-7CA3-9044-876B-883B54F8677D}" type="slidenum">
              <a:rPr lang="fr-FR" smtClean="0"/>
              <a:pPr/>
              <a:t>‹N°›</a:t>
            </a:fld>
            <a:endParaRPr lang="fr-FR"/>
          </a:p>
        </p:txBody>
      </p:sp>
      <p:sp>
        <p:nvSpPr>
          <p:cNvPr id="11" name="Title 1">
            <a:extLst>
              <a:ext uri="{FF2B5EF4-FFF2-40B4-BE49-F238E27FC236}">
                <a16:creationId xmlns:a16="http://schemas.microsoft.com/office/drawing/2014/main" id="{BACEF26F-B0A9-4591-BDE0-50FB33CF3EF3}"/>
              </a:ext>
            </a:extLst>
          </p:cNvPr>
          <p:cNvSpPr>
            <a:spLocks noGrp="1"/>
          </p:cNvSpPr>
          <p:nvPr>
            <p:ph type="title"/>
          </p:nvPr>
        </p:nvSpPr>
        <p:spPr>
          <a:xfrm>
            <a:off x="838200" y="127713"/>
            <a:ext cx="10515600" cy="841712"/>
          </a:xfrm>
          <a:prstGeom prst="rect">
            <a:avLst/>
          </a:prstGeom>
        </p:spPr>
        <p:txBody>
          <a:bodyPr anchor="ctr"/>
          <a:lstStyle>
            <a:lvl1pPr>
              <a:defRPr lang="fr-FR" sz="2400" b="1" dirty="0">
                <a:solidFill>
                  <a:schemeClr val="tx1"/>
                </a:solidFill>
                <a:latin typeface="Calibri" panose="020F0502020204030204" pitchFamily="34" charset="0"/>
                <a:cs typeface="Calibri" panose="020F0502020204030204" pitchFamily="34" charset="0"/>
              </a:defRPr>
            </a:lvl1pPr>
          </a:lstStyle>
          <a:p>
            <a:pPr marL="0" lvl="0"/>
            <a:r>
              <a:rPr lang="en-US"/>
              <a:t>Click to edit Master title style</a:t>
            </a:r>
            <a:endParaRPr lang="fr-FR"/>
          </a:p>
        </p:txBody>
      </p:sp>
    </p:spTree>
    <p:extLst>
      <p:ext uri="{BB962C8B-B14F-4D97-AF65-F5344CB8AC3E}">
        <p14:creationId xmlns:p14="http://schemas.microsoft.com/office/powerpoint/2010/main" val="1191784119"/>
      </p:ext>
    </p:extLst>
  </p:cSld>
  <p:clrMapOvr>
    <a:masterClrMapping/>
  </p:clrMapOvr>
  <p:transition spd="med"/>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26" Type="http://schemas.openxmlformats.org/officeDocument/2006/relationships/slideLayout" Target="../slideLayouts/slideLayout46.xml"/><Relationship Id="rId3" Type="http://schemas.openxmlformats.org/officeDocument/2006/relationships/slideLayout" Target="../slideLayouts/slideLayout23.xml"/><Relationship Id="rId21" Type="http://schemas.openxmlformats.org/officeDocument/2006/relationships/slideLayout" Target="../slideLayouts/slideLayout41.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5" Type="http://schemas.openxmlformats.org/officeDocument/2006/relationships/slideLayout" Target="../slideLayouts/slideLayout45.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29" Type="http://schemas.openxmlformats.org/officeDocument/2006/relationships/slideLayout" Target="../slideLayouts/slideLayout49.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24" Type="http://schemas.openxmlformats.org/officeDocument/2006/relationships/slideLayout" Target="../slideLayouts/slideLayout44.xml"/><Relationship Id="rId32" Type="http://schemas.openxmlformats.org/officeDocument/2006/relationships/theme" Target="../theme/theme2.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23" Type="http://schemas.openxmlformats.org/officeDocument/2006/relationships/slideLayout" Target="../slideLayouts/slideLayout43.xml"/><Relationship Id="rId28" Type="http://schemas.openxmlformats.org/officeDocument/2006/relationships/slideLayout" Target="../slideLayouts/slideLayout48.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31" Type="http://schemas.openxmlformats.org/officeDocument/2006/relationships/slideLayout" Target="../slideLayouts/slideLayout51.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slideLayout" Target="../slideLayouts/slideLayout42.xml"/><Relationship Id="rId27" Type="http://schemas.openxmlformats.org/officeDocument/2006/relationships/slideLayout" Target="../slideLayouts/slideLayout47.xml"/><Relationship Id="rId30"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à coins arrondis 5"/>
          <p:cNvSpPr/>
          <p:nvPr userDrawn="1"/>
        </p:nvSpPr>
        <p:spPr>
          <a:xfrm>
            <a:off x="127000" y="101600"/>
            <a:ext cx="11946467" cy="6639482"/>
          </a:xfrm>
          <a:prstGeom prst="roundRect">
            <a:avLst>
              <a:gd name="adj" fmla="val 34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4" name="Espace réservé du pied de page 4"/>
          <p:cNvSpPr>
            <a:spLocks noGrp="1"/>
          </p:cNvSpPr>
          <p:nvPr>
            <p:ph type="ftr" sz="quarter" idx="3"/>
          </p:nvPr>
        </p:nvSpPr>
        <p:spPr>
          <a:xfrm>
            <a:off x="1337733" y="6443131"/>
            <a:ext cx="10515600" cy="225426"/>
          </a:xfrm>
          <a:prstGeom prst="rect">
            <a:avLst/>
          </a:prstGeom>
        </p:spPr>
        <p:txBody>
          <a:bodyPr anchor="ctr"/>
          <a:lstStyle>
            <a:lvl1pPr algn="ctr">
              <a:defRPr sz="900" spc="150">
                <a:solidFill>
                  <a:srgbClr val="003A8D"/>
                </a:solidFill>
                <a:latin typeface="Segoe UI" panose="020B0502040204020203" pitchFamily="34" charset="0"/>
                <a:cs typeface="Segoe UI" panose="020B0502040204020203" pitchFamily="34" charset="0"/>
              </a:defRPr>
            </a:lvl1pPr>
          </a:lstStyle>
          <a:p>
            <a:r>
              <a:rPr lang="fr-FR"/>
              <a:t>&lt;Nom du document-Classification : Interne (par défaut) /Public/Confidentiel&gt; (titre modifiable via l’onglet INSERTION puis En-tête/Pied)</a:t>
            </a:r>
            <a:endParaRPr lang="fr-FR" dirty="0"/>
          </a:p>
        </p:txBody>
      </p:sp>
      <p:sp>
        <p:nvSpPr>
          <p:cNvPr id="5" name="Espace réservé du numéro de diapositive 5"/>
          <p:cNvSpPr>
            <a:spLocks noGrp="1"/>
          </p:cNvSpPr>
          <p:nvPr>
            <p:ph type="sldNum" sz="quarter" idx="4"/>
          </p:nvPr>
        </p:nvSpPr>
        <p:spPr>
          <a:xfrm>
            <a:off x="896520" y="6443131"/>
            <a:ext cx="523765" cy="225425"/>
          </a:xfrm>
          <a:prstGeom prst="rect">
            <a:avLst/>
          </a:prstGeom>
        </p:spPr>
        <p:txBody>
          <a:bodyPr vert="horz" lIns="91440" tIns="45720" rIns="91440" bIns="45720" rtlCol="0" anchor="ctr"/>
          <a:lstStyle>
            <a:lvl1pPr algn="l">
              <a:defRPr lang="fr-FR" sz="900" spc="150" smtClean="0">
                <a:solidFill>
                  <a:srgbClr val="003A8D"/>
                </a:solidFill>
                <a:latin typeface="Segoe UI" panose="020B0502040204020203" pitchFamily="34" charset="0"/>
                <a:cs typeface="Segoe UI" panose="020B0502040204020203" pitchFamily="34" charset="0"/>
              </a:defRPr>
            </a:lvl1pPr>
          </a:lstStyle>
          <a:p>
            <a:fld id="{3EE1DE5A-27D4-4895-8E04-340D57AD09FB}" type="slidenum">
              <a:rPr lang="fr-FR" smtClean="0"/>
              <a:pPr/>
              <a:t>‹N°›</a:t>
            </a:fld>
            <a:endParaRPr lang="fr-FR"/>
          </a:p>
        </p:txBody>
      </p:sp>
    </p:spTree>
    <p:extLst>
      <p:ext uri="{BB962C8B-B14F-4D97-AF65-F5344CB8AC3E}">
        <p14:creationId xmlns:p14="http://schemas.microsoft.com/office/powerpoint/2010/main" val="18153470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5" r:id="rId14"/>
    <p:sldLayoutId id="2147483676" r:id="rId15"/>
    <p:sldLayoutId id="2147483677" r:id="rId16"/>
    <p:sldLayoutId id="2147483678" r:id="rId17"/>
    <p:sldLayoutId id="2147483679" r:id="rId18"/>
    <p:sldLayoutId id="2147483680" r:id="rId19"/>
    <p:sldLayoutId id="2147483681" r:id="rId20"/>
  </p:sldLayoutIdLst>
  <p:hf sldNum="0" hdr="0" dt="0"/>
  <p:txStyles>
    <p:titleStyle>
      <a:lvl1pPr algn="l" defTabSz="914400" rtl="0" eaLnBrk="1" latinLnBrk="0" hangingPunct="1">
        <a:lnSpc>
          <a:spcPct val="90000"/>
        </a:lnSpc>
        <a:spcBef>
          <a:spcPct val="0"/>
        </a:spcBef>
        <a:buNone/>
        <a:defRPr sz="3300" kern="1200">
          <a:solidFill>
            <a:srgbClr val="003A8D"/>
          </a:solidFill>
          <a:latin typeface="Segoe UI Light" panose="020B0502040204020203" pitchFamily="34" charset="0"/>
          <a:ea typeface="+mj-ea"/>
          <a:cs typeface="Segoe UI Light" panose="020B0502040204020203" pitchFamily="34" charset="0"/>
        </a:defRPr>
      </a:lvl1pPr>
    </p:titleStyle>
    <p:bodyStyle>
      <a:lvl1pPr marL="0" indent="0" algn="l" defTabSz="914400" rtl="0" eaLnBrk="1" latinLnBrk="0" hangingPunct="1">
        <a:lnSpc>
          <a:spcPct val="100000"/>
        </a:lnSpc>
        <a:spcBef>
          <a:spcPts val="0"/>
        </a:spcBef>
        <a:buFont typeface="Arial" panose="020B0604020202020204" pitchFamily="34" charset="0"/>
        <a:buNone/>
        <a:defRPr lang="fr-FR" sz="2000" kern="1200" dirty="0" smtClean="0">
          <a:solidFill>
            <a:srgbClr val="003A8D"/>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57000">
              <a:schemeClr val="bg1"/>
            </a:gs>
            <a:gs pos="100000">
              <a:srgbClr val="003A8D"/>
            </a:gs>
          </a:gsLst>
          <a:lin ang="8100000" scaled="1"/>
          <a:tileRect/>
        </a:gradFill>
        <a:effectLst/>
      </p:bgPr>
    </p:bg>
    <p:spTree>
      <p:nvGrpSpPr>
        <p:cNvPr id="1" name=""/>
        <p:cNvGrpSpPr/>
        <p:nvPr/>
      </p:nvGrpSpPr>
      <p:grpSpPr>
        <a:xfrm>
          <a:off x="0" y="0"/>
          <a:ext cx="0" cy="0"/>
          <a:chOff x="0" y="0"/>
          <a:chExt cx="0" cy="0"/>
        </a:xfrm>
      </p:grpSpPr>
      <p:sp>
        <p:nvSpPr>
          <p:cNvPr id="6" name="Rectangle à coins arrondis 5"/>
          <p:cNvSpPr/>
          <p:nvPr/>
        </p:nvSpPr>
        <p:spPr>
          <a:xfrm>
            <a:off x="127001" y="101605"/>
            <a:ext cx="11946467" cy="6639481"/>
          </a:xfrm>
          <a:prstGeom prst="roundRect">
            <a:avLst>
              <a:gd name="adj" fmla="val 347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3600"/>
          </a:p>
        </p:txBody>
      </p:sp>
      <p:sp>
        <p:nvSpPr>
          <p:cNvPr id="4" name="Espace réservé du pied de page 4"/>
          <p:cNvSpPr>
            <a:spLocks noGrp="1"/>
          </p:cNvSpPr>
          <p:nvPr>
            <p:ph type="ftr" sz="quarter" idx="3"/>
          </p:nvPr>
        </p:nvSpPr>
        <p:spPr>
          <a:xfrm>
            <a:off x="1337733" y="6443137"/>
            <a:ext cx="10515600" cy="225425"/>
          </a:xfrm>
          <a:prstGeom prst="rect">
            <a:avLst/>
          </a:prstGeom>
        </p:spPr>
        <p:txBody>
          <a:bodyPr anchor="ctr"/>
          <a:lstStyle>
            <a:lvl1pPr algn="ctr">
              <a:defRPr sz="900" spc="151">
                <a:solidFill>
                  <a:srgbClr val="003A8D"/>
                </a:solidFill>
                <a:latin typeface="Segoe UI" panose="020B0502040204020203" pitchFamily="34" charset="0"/>
                <a:cs typeface="Segoe UI" panose="020B0502040204020203" pitchFamily="34" charset="0"/>
              </a:defRPr>
            </a:lvl1pPr>
          </a:lstStyle>
          <a:p>
            <a:r>
              <a:rPr lang="fr-FR" dirty="0"/>
              <a:t>Confidentiel Euro-Information  – Janvier 2024</a:t>
            </a:r>
            <a:endParaRPr lang="en-US" dirty="0"/>
          </a:p>
        </p:txBody>
      </p:sp>
      <p:sp>
        <p:nvSpPr>
          <p:cNvPr id="5" name="Espace réservé du numéro de diapositive 5"/>
          <p:cNvSpPr>
            <a:spLocks noGrp="1"/>
          </p:cNvSpPr>
          <p:nvPr>
            <p:ph type="sldNum" sz="quarter" idx="4"/>
          </p:nvPr>
        </p:nvSpPr>
        <p:spPr>
          <a:xfrm>
            <a:off x="896520" y="6443136"/>
            <a:ext cx="523765" cy="225425"/>
          </a:xfrm>
          <a:prstGeom prst="rect">
            <a:avLst/>
          </a:prstGeom>
        </p:spPr>
        <p:txBody>
          <a:bodyPr vert="horz" lIns="91440" tIns="45720" rIns="91440" bIns="45720" rtlCol="0" anchor="ctr"/>
          <a:lstStyle>
            <a:lvl1pPr algn="l">
              <a:defRPr lang="fr-FR" sz="900" spc="151" smtClean="0">
                <a:solidFill>
                  <a:srgbClr val="003A8D"/>
                </a:solidFill>
                <a:latin typeface="Segoe UI" panose="020B0502040204020203" pitchFamily="34" charset="0"/>
                <a:cs typeface="Segoe UI" panose="020B0502040204020203" pitchFamily="34" charset="0"/>
              </a:defRPr>
            </a:lvl1pPr>
          </a:lstStyle>
          <a:p>
            <a:fld id="{8F2F98F8-E13D-9142-855C-26998B9C1793}" type="slidenum">
              <a:rPr lang="en-US" smtClean="0"/>
              <a:pPr/>
              <a:t>‹N°›</a:t>
            </a:fld>
            <a:endParaRPr lang="en-US"/>
          </a:p>
        </p:txBody>
      </p:sp>
      <p:grpSp>
        <p:nvGrpSpPr>
          <p:cNvPr id="2" name="Group 1">
            <a:extLst>
              <a:ext uri="{FF2B5EF4-FFF2-40B4-BE49-F238E27FC236}">
                <a16:creationId xmlns:a16="http://schemas.microsoft.com/office/drawing/2014/main" id="{08602E2B-ACAE-F214-77F8-530BA794AD06}"/>
              </a:ext>
            </a:extLst>
          </p:cNvPr>
          <p:cNvGrpSpPr/>
          <p:nvPr userDrawn="1"/>
        </p:nvGrpSpPr>
        <p:grpSpPr>
          <a:xfrm>
            <a:off x="5852160" y="-212034"/>
            <a:ext cx="470008" cy="210260"/>
            <a:chOff x="4389120" y="-159026"/>
            <a:chExt cx="352506" cy="157695"/>
          </a:xfrm>
        </p:grpSpPr>
        <p:cxnSp>
          <p:nvCxnSpPr>
            <p:cNvPr id="3" name="Straight Connector 2">
              <a:extLst>
                <a:ext uri="{FF2B5EF4-FFF2-40B4-BE49-F238E27FC236}">
                  <a16:creationId xmlns:a16="http://schemas.microsoft.com/office/drawing/2014/main" id="{D968870E-E915-F42F-1294-51253169D874}"/>
                </a:ext>
              </a:extLst>
            </p:cNvPr>
            <p:cNvCxnSpPr/>
            <p:nvPr userDrawn="1"/>
          </p:nvCxnSpPr>
          <p:spPr>
            <a:xfrm>
              <a:off x="4389120" y="-153737"/>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F293D63-7FB8-ED97-9AD4-E457EE97A462}"/>
                </a:ext>
              </a:extLst>
            </p:cNvPr>
            <p:cNvCxnSpPr/>
            <p:nvPr userDrawn="1"/>
          </p:nvCxnSpPr>
          <p:spPr>
            <a:xfrm>
              <a:off x="4565373" y="-152406"/>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3C56F22-EA76-6C47-CB26-F750F188D57D}"/>
                </a:ext>
              </a:extLst>
            </p:cNvPr>
            <p:cNvCxnSpPr/>
            <p:nvPr userDrawn="1"/>
          </p:nvCxnSpPr>
          <p:spPr>
            <a:xfrm>
              <a:off x="4741626" y="-159026"/>
              <a:ext cx="0" cy="15107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9" name="Group 8">
            <a:extLst>
              <a:ext uri="{FF2B5EF4-FFF2-40B4-BE49-F238E27FC236}">
                <a16:creationId xmlns:a16="http://schemas.microsoft.com/office/drawing/2014/main" id="{30BF1332-0A05-D424-DF87-FEE60E11B61A}"/>
              </a:ext>
            </a:extLst>
          </p:cNvPr>
          <p:cNvGrpSpPr/>
          <p:nvPr userDrawn="1"/>
        </p:nvGrpSpPr>
        <p:grpSpPr>
          <a:xfrm>
            <a:off x="8737597" y="-222634"/>
            <a:ext cx="470008" cy="210260"/>
            <a:chOff x="4389120" y="-159026"/>
            <a:chExt cx="352506" cy="157695"/>
          </a:xfrm>
        </p:grpSpPr>
        <p:cxnSp>
          <p:nvCxnSpPr>
            <p:cNvPr id="10" name="Straight Connector 9">
              <a:extLst>
                <a:ext uri="{FF2B5EF4-FFF2-40B4-BE49-F238E27FC236}">
                  <a16:creationId xmlns:a16="http://schemas.microsoft.com/office/drawing/2014/main" id="{9FF1DA4B-0E13-0798-191C-ED7FB5FFD6B9}"/>
                </a:ext>
              </a:extLst>
            </p:cNvPr>
            <p:cNvCxnSpPr/>
            <p:nvPr userDrawn="1"/>
          </p:nvCxnSpPr>
          <p:spPr>
            <a:xfrm>
              <a:off x="4389120" y="-153737"/>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5E55582-D785-31E4-DD29-95F55C7D13B9}"/>
                </a:ext>
              </a:extLst>
            </p:cNvPr>
            <p:cNvCxnSpPr/>
            <p:nvPr userDrawn="1"/>
          </p:nvCxnSpPr>
          <p:spPr>
            <a:xfrm>
              <a:off x="4565373" y="-152406"/>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3C00F8B-B0C9-01D8-7580-21B536FF3828}"/>
                </a:ext>
              </a:extLst>
            </p:cNvPr>
            <p:cNvCxnSpPr/>
            <p:nvPr userDrawn="1"/>
          </p:nvCxnSpPr>
          <p:spPr>
            <a:xfrm>
              <a:off x="4741626" y="-159026"/>
              <a:ext cx="0" cy="15107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3" name="Group 12">
            <a:extLst>
              <a:ext uri="{FF2B5EF4-FFF2-40B4-BE49-F238E27FC236}">
                <a16:creationId xmlns:a16="http://schemas.microsoft.com/office/drawing/2014/main" id="{574DC492-E93E-CBEB-93E9-1D613A4CD839}"/>
              </a:ext>
            </a:extLst>
          </p:cNvPr>
          <p:cNvGrpSpPr/>
          <p:nvPr userDrawn="1"/>
        </p:nvGrpSpPr>
        <p:grpSpPr>
          <a:xfrm>
            <a:off x="2972128" y="-231461"/>
            <a:ext cx="470008" cy="210260"/>
            <a:chOff x="4389120" y="-159026"/>
            <a:chExt cx="352506" cy="157695"/>
          </a:xfrm>
        </p:grpSpPr>
        <p:cxnSp>
          <p:nvCxnSpPr>
            <p:cNvPr id="14" name="Straight Connector 13">
              <a:extLst>
                <a:ext uri="{FF2B5EF4-FFF2-40B4-BE49-F238E27FC236}">
                  <a16:creationId xmlns:a16="http://schemas.microsoft.com/office/drawing/2014/main" id="{3940EB56-ACC7-1CE0-1A2F-8F71EC0D8216}"/>
                </a:ext>
              </a:extLst>
            </p:cNvPr>
            <p:cNvCxnSpPr/>
            <p:nvPr userDrawn="1"/>
          </p:nvCxnSpPr>
          <p:spPr>
            <a:xfrm>
              <a:off x="4389120" y="-153737"/>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0553000-51CE-B254-1CBD-21B8A1DAA5AA}"/>
                </a:ext>
              </a:extLst>
            </p:cNvPr>
            <p:cNvCxnSpPr/>
            <p:nvPr userDrawn="1"/>
          </p:nvCxnSpPr>
          <p:spPr>
            <a:xfrm>
              <a:off x="4565373" y="-152406"/>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8B25738-87FA-7320-DA44-F118F9FD1D21}"/>
                </a:ext>
              </a:extLst>
            </p:cNvPr>
            <p:cNvCxnSpPr/>
            <p:nvPr userDrawn="1"/>
          </p:nvCxnSpPr>
          <p:spPr>
            <a:xfrm>
              <a:off x="4741626" y="-159026"/>
              <a:ext cx="0" cy="151075"/>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0188FCAB-10C9-0643-8FAA-8370C9D56443}"/>
              </a:ext>
            </a:extLst>
          </p:cNvPr>
          <p:cNvGrpSpPr/>
          <p:nvPr userDrawn="1"/>
        </p:nvGrpSpPr>
        <p:grpSpPr>
          <a:xfrm rot="16200000">
            <a:off x="-347329" y="3273593"/>
            <a:ext cx="470008" cy="210260"/>
            <a:chOff x="4389120" y="-159026"/>
            <a:chExt cx="352506" cy="157695"/>
          </a:xfrm>
        </p:grpSpPr>
        <p:cxnSp>
          <p:nvCxnSpPr>
            <p:cNvPr id="18" name="Straight Connector 17">
              <a:extLst>
                <a:ext uri="{FF2B5EF4-FFF2-40B4-BE49-F238E27FC236}">
                  <a16:creationId xmlns:a16="http://schemas.microsoft.com/office/drawing/2014/main" id="{3AC8E3A1-096A-8836-5560-0077A1C9F3AB}"/>
                </a:ext>
              </a:extLst>
            </p:cNvPr>
            <p:cNvCxnSpPr/>
            <p:nvPr userDrawn="1"/>
          </p:nvCxnSpPr>
          <p:spPr>
            <a:xfrm>
              <a:off x="4389120" y="-153737"/>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F9D3A70-D242-7D60-8A72-6C907CA70608}"/>
                </a:ext>
              </a:extLst>
            </p:cNvPr>
            <p:cNvCxnSpPr/>
            <p:nvPr userDrawn="1"/>
          </p:nvCxnSpPr>
          <p:spPr>
            <a:xfrm>
              <a:off x="4565373" y="-152406"/>
              <a:ext cx="0" cy="151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57E085D-56D9-4F48-1EF5-3777AEE77457}"/>
                </a:ext>
              </a:extLst>
            </p:cNvPr>
            <p:cNvCxnSpPr/>
            <p:nvPr userDrawn="1"/>
          </p:nvCxnSpPr>
          <p:spPr>
            <a:xfrm>
              <a:off x="4741626" y="-159026"/>
              <a:ext cx="0" cy="151075"/>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1" name="Straight Connector 20">
            <a:extLst>
              <a:ext uri="{FF2B5EF4-FFF2-40B4-BE49-F238E27FC236}">
                <a16:creationId xmlns:a16="http://schemas.microsoft.com/office/drawing/2014/main" id="{A016345D-1506-FA3D-01BA-53CF6F210494}"/>
              </a:ext>
            </a:extLst>
          </p:cNvPr>
          <p:cNvCxnSpPr/>
          <p:nvPr userDrawn="1"/>
        </p:nvCxnSpPr>
        <p:spPr>
          <a:xfrm>
            <a:off x="11925300" y="-215582"/>
            <a:ext cx="0" cy="2014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44A93FF-0A2F-03DF-CEC8-59CC91716623}"/>
              </a:ext>
            </a:extLst>
          </p:cNvPr>
          <p:cNvCxnSpPr/>
          <p:nvPr userDrawn="1"/>
        </p:nvCxnSpPr>
        <p:spPr>
          <a:xfrm>
            <a:off x="277412" y="-249145"/>
            <a:ext cx="0" cy="201433"/>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76B5CB0-3AF5-9F3B-7459-FD659519CA5D}"/>
              </a:ext>
            </a:extLst>
          </p:cNvPr>
          <p:cNvCxnSpPr>
            <a:cxnSpLocks/>
          </p:cNvCxnSpPr>
          <p:nvPr userDrawn="1"/>
        </p:nvCxnSpPr>
        <p:spPr>
          <a:xfrm>
            <a:off x="-182440" y="190503"/>
            <a:ext cx="1644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7A5658D-09DC-CE8A-EBCC-2F1CE3FB7487}"/>
              </a:ext>
            </a:extLst>
          </p:cNvPr>
          <p:cNvCxnSpPr>
            <a:cxnSpLocks/>
          </p:cNvCxnSpPr>
          <p:nvPr userDrawn="1"/>
        </p:nvCxnSpPr>
        <p:spPr>
          <a:xfrm>
            <a:off x="-208799" y="6441671"/>
            <a:ext cx="164437"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1928649"/>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 id="2147483719" r:id="rId19"/>
    <p:sldLayoutId id="2147483720" r:id="rId20"/>
    <p:sldLayoutId id="2147483721" r:id="rId21"/>
    <p:sldLayoutId id="2147483722" r:id="rId22"/>
    <p:sldLayoutId id="2147483723" r:id="rId23"/>
    <p:sldLayoutId id="2147483724" r:id="rId24"/>
    <p:sldLayoutId id="2147483725" r:id="rId25"/>
    <p:sldLayoutId id="2147483726" r:id="rId26"/>
    <p:sldLayoutId id="2147483727" r:id="rId27"/>
    <p:sldLayoutId id="2147483728" r:id="rId28"/>
    <p:sldLayoutId id="2147483729" r:id="rId29"/>
    <p:sldLayoutId id="2147483730" r:id="rId30"/>
    <p:sldLayoutId id="2147483731" r:id="rId31"/>
  </p:sldLayoutIdLst>
  <p:hf hdr="0" dt="0"/>
  <p:txStyles>
    <p:titleStyle>
      <a:lvl1pPr algn="l" defTabSz="914309" rtl="0" eaLnBrk="1" latinLnBrk="0" hangingPunct="1">
        <a:lnSpc>
          <a:spcPct val="90000"/>
        </a:lnSpc>
        <a:spcBef>
          <a:spcPct val="0"/>
        </a:spcBef>
        <a:buNone/>
        <a:defRPr sz="3300" kern="1200">
          <a:solidFill>
            <a:srgbClr val="003A8D"/>
          </a:solidFill>
          <a:latin typeface="Segoe UI Light" panose="020B0502040204020203" pitchFamily="34" charset="0"/>
          <a:ea typeface="+mj-ea"/>
          <a:cs typeface="Segoe UI Light" panose="020B0502040204020203" pitchFamily="34" charset="0"/>
        </a:defRPr>
      </a:lvl1pPr>
    </p:titleStyle>
    <p:bodyStyle>
      <a:lvl1pPr marL="0" indent="0" algn="l" defTabSz="914309" rtl="0" eaLnBrk="1" latinLnBrk="0" hangingPunct="1">
        <a:lnSpc>
          <a:spcPct val="100000"/>
        </a:lnSpc>
        <a:spcBef>
          <a:spcPts val="0"/>
        </a:spcBef>
        <a:buFont typeface="Arial" panose="020B0604020202020204" pitchFamily="34" charset="0"/>
        <a:buNone/>
        <a:defRPr lang="fr-FR" sz="2000" kern="1200" dirty="0" smtClean="0">
          <a:solidFill>
            <a:srgbClr val="003A8D"/>
          </a:solidFill>
          <a:latin typeface="Segoe UI" panose="020B0502040204020203" pitchFamily="34" charset="0"/>
          <a:ea typeface="+mn-ea"/>
          <a:cs typeface="Segoe UI" panose="020B0502040204020203" pitchFamily="34" charset="0"/>
        </a:defRPr>
      </a:lvl1pPr>
      <a:lvl2pPr marL="228578" indent="-228578" algn="l" defTabSz="914309"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23" indent="-228578" algn="l" defTabSz="914309"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1925" indent="-270643" algn="l" defTabSz="914309"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195"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09" rtl="0" eaLnBrk="1" latinLnBrk="0" hangingPunct="1">
        <a:defRPr sz="1800" kern="1200">
          <a:solidFill>
            <a:schemeClr val="tx1"/>
          </a:solidFill>
          <a:latin typeface="+mn-lt"/>
          <a:ea typeface="+mn-ea"/>
          <a:cs typeface="+mn-cs"/>
        </a:defRPr>
      </a:lvl1pPr>
      <a:lvl2pPr marL="457155" algn="l" defTabSz="914309" rtl="0" eaLnBrk="1" latinLnBrk="0" hangingPunct="1">
        <a:defRPr sz="1800" kern="1200">
          <a:solidFill>
            <a:schemeClr val="tx1"/>
          </a:solidFill>
          <a:latin typeface="+mn-lt"/>
          <a:ea typeface="+mn-ea"/>
          <a:cs typeface="+mn-cs"/>
        </a:defRPr>
      </a:lvl2pPr>
      <a:lvl3pPr marL="914309" algn="l" defTabSz="914309" rtl="0" eaLnBrk="1" latinLnBrk="0" hangingPunct="1">
        <a:defRPr sz="1800" kern="1200">
          <a:solidFill>
            <a:schemeClr val="tx1"/>
          </a:solidFill>
          <a:latin typeface="+mn-lt"/>
          <a:ea typeface="+mn-ea"/>
          <a:cs typeface="+mn-cs"/>
        </a:defRPr>
      </a:lvl3pPr>
      <a:lvl4pPr marL="1371464" algn="l" defTabSz="914309" rtl="0" eaLnBrk="1" latinLnBrk="0" hangingPunct="1">
        <a:defRPr sz="1800" kern="1200">
          <a:solidFill>
            <a:schemeClr val="tx1"/>
          </a:solidFill>
          <a:latin typeface="+mn-lt"/>
          <a:ea typeface="+mn-ea"/>
          <a:cs typeface="+mn-cs"/>
        </a:defRPr>
      </a:lvl4pPr>
      <a:lvl5pPr marL="1828618" algn="l" defTabSz="914309" rtl="0" eaLnBrk="1" latinLnBrk="0" hangingPunct="1">
        <a:defRPr sz="1800" kern="1200">
          <a:solidFill>
            <a:schemeClr val="tx1"/>
          </a:solidFill>
          <a:latin typeface="+mn-lt"/>
          <a:ea typeface="+mn-ea"/>
          <a:cs typeface="+mn-cs"/>
        </a:defRPr>
      </a:lvl5pPr>
      <a:lvl6pPr marL="2285774" algn="l" defTabSz="914309" rtl="0" eaLnBrk="1" latinLnBrk="0" hangingPunct="1">
        <a:defRPr sz="1800" kern="1200">
          <a:solidFill>
            <a:schemeClr val="tx1"/>
          </a:solidFill>
          <a:latin typeface="+mn-lt"/>
          <a:ea typeface="+mn-ea"/>
          <a:cs typeface="+mn-cs"/>
        </a:defRPr>
      </a:lvl6pPr>
      <a:lvl7pPr marL="2742926" algn="l" defTabSz="914309" rtl="0" eaLnBrk="1" latinLnBrk="0" hangingPunct="1">
        <a:defRPr sz="1800" kern="1200">
          <a:solidFill>
            <a:schemeClr val="tx1"/>
          </a:solidFill>
          <a:latin typeface="+mn-lt"/>
          <a:ea typeface="+mn-ea"/>
          <a:cs typeface="+mn-cs"/>
        </a:defRPr>
      </a:lvl7pPr>
      <a:lvl8pPr marL="3200080" algn="l" defTabSz="914309" rtl="0" eaLnBrk="1" latinLnBrk="0" hangingPunct="1">
        <a:defRPr sz="1800" kern="1200">
          <a:solidFill>
            <a:schemeClr val="tx1"/>
          </a:solidFill>
          <a:latin typeface="+mn-lt"/>
          <a:ea typeface="+mn-ea"/>
          <a:cs typeface="+mn-cs"/>
        </a:defRPr>
      </a:lvl8pPr>
      <a:lvl9pPr marL="3657235" algn="l" defTabSz="91430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5.xml.rels><?xml version="1.0" encoding="UTF-8" standalone="yes"?>
<Relationships xmlns="http://schemas.openxmlformats.org/package/2006/relationships"><Relationship Id="rId3" Type="http://schemas.openxmlformats.org/officeDocument/2006/relationships/hyperlink" Target="https://moss-si.cm-cic.fr/Sites/D00116/Documentation/_layouts/15/DocIdRedir.aspx?ID=PJQFUVHKSAJQ-1373287592-275614"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6.xml.rels><?xml version="1.0" encoding="UTF-8" standalone="yes"?>
<Relationships xmlns="http://schemas.openxmlformats.org/package/2006/relationships"><Relationship Id="rId3" Type="http://schemas.openxmlformats.org/officeDocument/2006/relationships/hyperlink" Target="https://moss-si.cm-cic.fr/Sites/D00116/Documentation/_layouts/15/DocIdRedir.aspx?ID=PJQFUVHKSAJQ-1373287592-274501"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a:xfrm>
            <a:off x="4880008" y="1652564"/>
            <a:ext cx="6413805" cy="2145456"/>
          </a:xfrm>
        </p:spPr>
        <p:txBody>
          <a:bodyPr anchor="ctr"/>
          <a:lstStyle/>
          <a:p>
            <a:r>
              <a:rPr lang="fr-FR" sz="4800" b="1" cap="small" dirty="0">
                <a:latin typeface="Segoe UI" panose="020B0502040204020203" pitchFamily="34" charset="0"/>
                <a:cs typeface="Segoe UI" panose="020B0502040204020203" pitchFamily="34" charset="0"/>
              </a:rPr>
              <a:t>[Refonte </a:t>
            </a:r>
            <a:r>
              <a:rPr lang="fr-FR" sz="4800" b="1" cap="small" dirty="0" err="1">
                <a:latin typeface="Segoe UI" panose="020B0502040204020203" pitchFamily="34" charset="0"/>
                <a:cs typeface="Segoe UI" panose="020B0502040204020203" pitchFamily="34" charset="0"/>
              </a:rPr>
              <a:t>SyoReader</a:t>
            </a:r>
            <a:r>
              <a:rPr lang="fr-FR" sz="4800" b="1" cap="small" dirty="0">
                <a:latin typeface="Segoe UI" panose="020B0502040204020203" pitchFamily="34" charset="0"/>
                <a:cs typeface="Segoe UI" panose="020B0502040204020203" pitchFamily="34" charset="0"/>
              </a:rPr>
              <a:t>] </a:t>
            </a:r>
            <a:br>
              <a:rPr lang="fr-FR" sz="7200" b="1" cap="small" dirty="0">
                <a:latin typeface="Segoe UI" panose="020B0502040204020203" pitchFamily="34" charset="0"/>
                <a:cs typeface="Segoe UI" panose="020B0502040204020203" pitchFamily="34" charset="0"/>
              </a:rPr>
            </a:br>
            <a:r>
              <a:rPr lang="fr-FR" sz="4000" b="1" cap="small" dirty="0">
                <a:latin typeface="Segoe UI" panose="020B0502040204020203" pitchFamily="34" charset="0"/>
                <a:cs typeface="Segoe UI" panose="020B0502040204020203" pitchFamily="34" charset="0"/>
              </a:rPr>
              <a:t>Pré-cadrage</a:t>
            </a:r>
            <a:endParaRPr lang="fr-FR" sz="7200" b="1" i="1" cap="small" dirty="0">
              <a:latin typeface="Segoe UI" panose="020B0502040204020203" pitchFamily="34" charset="0"/>
              <a:cs typeface="Segoe UI" panose="020B0502040204020203" pitchFamily="34" charset="0"/>
            </a:endParaRPr>
          </a:p>
        </p:txBody>
      </p:sp>
      <p:sp>
        <p:nvSpPr>
          <p:cNvPr id="5" name="Espace réservé du texte 4"/>
          <p:cNvSpPr>
            <a:spLocks noGrp="1"/>
          </p:cNvSpPr>
          <p:nvPr>
            <p:ph type="subTitle" idx="1"/>
          </p:nvPr>
        </p:nvSpPr>
        <p:spPr/>
        <p:txBody>
          <a:bodyPr/>
          <a:lstStyle/>
          <a:p>
            <a:r>
              <a:rPr lang="fr-FR" i="1" dirty="0">
                <a:solidFill>
                  <a:schemeClr val="bg1">
                    <a:lumMod val="75000"/>
                  </a:schemeClr>
                </a:solidFill>
              </a:rPr>
              <a:t>Etude </a:t>
            </a:r>
            <a:r>
              <a:rPr lang="fr-FR" i="1">
                <a:solidFill>
                  <a:schemeClr val="bg1">
                    <a:lumMod val="75000"/>
                  </a:schemeClr>
                </a:solidFill>
              </a:rPr>
              <a:t>: 2026-09</a:t>
            </a:r>
            <a:endParaRPr lang="fr-FR" i="1" dirty="0">
              <a:solidFill>
                <a:schemeClr val="bg1">
                  <a:lumMod val="75000"/>
                </a:schemeClr>
              </a:solidFill>
            </a:endParaRPr>
          </a:p>
        </p:txBody>
      </p:sp>
    </p:spTree>
    <p:extLst>
      <p:ext uri="{BB962C8B-B14F-4D97-AF65-F5344CB8AC3E}">
        <p14:creationId xmlns:p14="http://schemas.microsoft.com/office/powerpoint/2010/main" val="3368819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p:txBody>
          <a:bodyPr>
            <a:normAutofit fontScale="90000"/>
          </a:bodyPr>
          <a:lstStyle/>
          <a:p>
            <a:r>
              <a:rPr lang="fr-FR" sz="3200" b="1" cap="small" dirty="0">
                <a:latin typeface="Segoe UI" panose="020B0502040204020203" pitchFamily="34" charset="0"/>
                <a:cs typeface="Segoe UI" panose="020B0502040204020203" pitchFamily="34" charset="0"/>
              </a:rPr>
              <a:t>[Refonte </a:t>
            </a:r>
            <a:r>
              <a:rPr lang="fr-FR" sz="3200" b="1" cap="small" dirty="0" err="1">
                <a:latin typeface="Segoe UI" panose="020B0502040204020203" pitchFamily="34" charset="0"/>
                <a:cs typeface="Segoe UI" panose="020B0502040204020203" pitchFamily="34" charset="0"/>
              </a:rPr>
              <a:t>SyoReader</a:t>
            </a:r>
            <a:r>
              <a:rPr lang="fr-FR" sz="3200" b="1" cap="small" dirty="0">
                <a:latin typeface="Segoe UI" panose="020B0502040204020203" pitchFamily="34" charset="0"/>
                <a:cs typeface="Segoe UI" panose="020B0502040204020203" pitchFamily="34" charset="0"/>
              </a:rPr>
              <a:t>] - Contexte</a:t>
            </a:r>
            <a:endParaRPr lang="fr-FR" dirty="0"/>
          </a:p>
        </p:txBody>
      </p:sp>
      <p:sp>
        <p:nvSpPr>
          <p:cNvPr id="60" name="Espace réservé du texte 4">
            <a:extLst>
              <a:ext uri="{FF2B5EF4-FFF2-40B4-BE49-F238E27FC236}">
                <a16:creationId xmlns:a16="http://schemas.microsoft.com/office/drawing/2014/main" id="{615768C4-2528-4BED-B92B-DFD23D135E48}"/>
              </a:ext>
            </a:extLst>
          </p:cNvPr>
          <p:cNvSpPr txBox="1">
            <a:spLocks/>
          </p:cNvSpPr>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b="1" cap="small" dirty="0">
                <a:solidFill>
                  <a:srgbClr val="003A8D"/>
                </a:solidFill>
                <a:ea typeface="+mj-ea"/>
              </a:rPr>
              <a:t>Périmètre du pré-cadrage NADIA</a:t>
            </a:r>
            <a:endParaRPr lang="fr-FR" dirty="0"/>
          </a:p>
        </p:txBody>
      </p:sp>
      <p:sp>
        <p:nvSpPr>
          <p:cNvPr id="20" name="Rectangle 19">
            <a:extLst>
              <a:ext uri="{FF2B5EF4-FFF2-40B4-BE49-F238E27FC236}">
                <a16:creationId xmlns:a16="http://schemas.microsoft.com/office/drawing/2014/main" id="{B443CEEE-CAB0-4391-9E6C-B34533D0E18B}"/>
              </a:ext>
            </a:extLst>
          </p:cNvPr>
          <p:cNvSpPr/>
          <p:nvPr/>
        </p:nvSpPr>
        <p:spPr>
          <a:xfrm>
            <a:off x="1351233" y="2225950"/>
            <a:ext cx="2691669" cy="363313"/>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900" b="1" dirty="0">
                <a:latin typeface="Segoe UI" panose="020B0502040204020203" pitchFamily="34" charset="0"/>
                <a:cs typeface="Segoe UI" panose="020B0502040204020203" pitchFamily="34" charset="0"/>
              </a:rPr>
              <a:t>01. Refonte technique </a:t>
            </a:r>
            <a:r>
              <a:rPr lang="fr-FR" sz="900" b="1" dirty="0" err="1">
                <a:latin typeface="Segoe UI" panose="020B0502040204020203" pitchFamily="34" charset="0"/>
                <a:cs typeface="Segoe UI" panose="020B0502040204020203" pitchFamily="34" charset="0"/>
              </a:rPr>
              <a:t>SyoReader</a:t>
            </a:r>
            <a:r>
              <a:rPr lang="fr-FR" sz="900" b="1" dirty="0">
                <a:latin typeface="Segoe UI" panose="020B0502040204020203" pitchFamily="34" charset="0"/>
                <a:cs typeface="Segoe UI" panose="020B0502040204020203" pitchFamily="34" charset="0"/>
              </a:rPr>
              <a:t> et impacts sur les </a:t>
            </a:r>
            <a:r>
              <a:rPr lang="fr-FR" sz="900" b="1" dirty="0" err="1">
                <a:latin typeface="Segoe UI" panose="020B0502040204020203" pitchFamily="34" charset="0"/>
                <a:cs typeface="Segoe UI" panose="020B0502040204020203" pitchFamily="34" charset="0"/>
              </a:rPr>
              <a:t>CWs</a:t>
            </a:r>
            <a:endParaRPr lang="fr-FR" sz="900" b="1" dirty="0">
              <a:solidFill>
                <a:schemeClr val="bg1"/>
              </a:solidFill>
              <a:latin typeface="Segoe UI" panose="020B0502040204020203" pitchFamily="34" charset="0"/>
              <a:cs typeface="Segoe UI" panose="020B0502040204020203" pitchFamily="34" charset="0"/>
            </a:endParaRPr>
          </a:p>
        </p:txBody>
      </p:sp>
      <p:sp>
        <p:nvSpPr>
          <p:cNvPr id="21" name="Rectangle 20">
            <a:extLst>
              <a:ext uri="{FF2B5EF4-FFF2-40B4-BE49-F238E27FC236}">
                <a16:creationId xmlns:a16="http://schemas.microsoft.com/office/drawing/2014/main" id="{A3035E3E-6843-4E90-9128-AD2E9446F600}"/>
              </a:ext>
            </a:extLst>
          </p:cNvPr>
          <p:cNvSpPr/>
          <p:nvPr/>
        </p:nvSpPr>
        <p:spPr>
          <a:xfrm>
            <a:off x="821533" y="2641765"/>
            <a:ext cx="3221371" cy="1064359"/>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Eliminer la dépendance technique entre les flux et les moteurs </a:t>
            </a:r>
            <a:r>
              <a:rPr kumimoji="0" lang="fr-FR" altLang="fr-FR" sz="1000" b="0" i="0" u="none" strike="noStrike" cap="none" normalizeH="0" baseline="0" dirty="0" err="1">
                <a:ln>
                  <a:noFill/>
                </a:ln>
                <a:solidFill>
                  <a:schemeClr val="tx1"/>
                </a:solidFill>
                <a:effectLst/>
                <a:latin typeface="Segoe UI" panose="020B0502040204020203" pitchFamily="34" charset="0"/>
                <a:cs typeface="Segoe UI" panose="020B0502040204020203" pitchFamily="34" charset="0"/>
              </a:rPr>
              <a:t>OCRs</a:t>
            </a:r>
            <a:endPar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endParaRPr>
          </a:p>
        </p:txBody>
      </p:sp>
      <p:sp>
        <p:nvSpPr>
          <p:cNvPr id="24" name="Rectangle 23">
            <a:extLst>
              <a:ext uri="{FF2B5EF4-FFF2-40B4-BE49-F238E27FC236}">
                <a16:creationId xmlns:a16="http://schemas.microsoft.com/office/drawing/2014/main" id="{F5DACA01-FF41-4D3B-8A41-336930F811D4}"/>
              </a:ext>
            </a:extLst>
          </p:cNvPr>
          <p:cNvSpPr/>
          <p:nvPr/>
        </p:nvSpPr>
        <p:spPr>
          <a:xfrm>
            <a:off x="5026285" y="2232814"/>
            <a:ext cx="2691669" cy="363313"/>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900" b="1" dirty="0">
                <a:latin typeface="Segoe UI" panose="020B0502040204020203" pitchFamily="34" charset="0"/>
                <a:cs typeface="Segoe UI" panose="020B0502040204020203" pitchFamily="34" charset="0"/>
              </a:rPr>
              <a:t>02. </a:t>
            </a:r>
            <a:r>
              <a:rPr lang="fr-FR" sz="900" b="1" dirty="0" err="1">
                <a:latin typeface="Segoe UI" panose="020B0502040204020203" pitchFamily="34" charset="0"/>
                <a:cs typeface="Segoe UI" panose="020B0502040204020203" pitchFamily="34" charset="0"/>
              </a:rPr>
              <a:t>Interop</a:t>
            </a:r>
            <a:r>
              <a:rPr lang="fr-FR" sz="900" b="1" dirty="0">
                <a:latin typeface="Segoe UI" panose="020B0502040204020203" pitchFamily="34" charset="0"/>
                <a:cs typeface="Segoe UI" panose="020B0502040204020203" pitchFamily="34" charset="0"/>
              </a:rPr>
              <a:t> CADI – CW pour les services OCR (Focus </a:t>
            </a:r>
            <a:r>
              <a:rPr lang="fr-FR" sz="900" b="1" dirty="0" err="1">
                <a:latin typeface="Segoe UI" panose="020B0502040204020203" pitchFamily="34" charset="0"/>
                <a:cs typeface="Segoe UI" panose="020B0502040204020203" pitchFamily="34" charset="0"/>
              </a:rPr>
              <a:t>GenAI</a:t>
            </a:r>
            <a:r>
              <a:rPr lang="fr-FR" sz="900" b="1" dirty="0">
                <a:latin typeface="Segoe UI" panose="020B0502040204020203" pitchFamily="34" charset="0"/>
                <a:cs typeface="Segoe UI" panose="020B0502040204020203" pitchFamily="34" charset="0"/>
              </a:rPr>
              <a:t> / OCR Studio)</a:t>
            </a:r>
            <a:endParaRPr lang="fr-FR" sz="900" b="1" dirty="0">
              <a:solidFill>
                <a:schemeClr val="bg1"/>
              </a:solidFill>
              <a:latin typeface="Segoe UI" panose="020B0502040204020203" pitchFamily="34" charset="0"/>
              <a:cs typeface="Segoe UI" panose="020B0502040204020203" pitchFamily="34" charset="0"/>
            </a:endParaRPr>
          </a:p>
        </p:txBody>
      </p:sp>
      <p:sp>
        <p:nvSpPr>
          <p:cNvPr id="25" name="Rectangle 24">
            <a:extLst>
              <a:ext uri="{FF2B5EF4-FFF2-40B4-BE49-F238E27FC236}">
                <a16:creationId xmlns:a16="http://schemas.microsoft.com/office/drawing/2014/main" id="{0D26D8F4-AB15-4EE6-B926-825FFDA8F838}"/>
              </a:ext>
            </a:extLst>
          </p:cNvPr>
          <p:cNvSpPr/>
          <p:nvPr/>
        </p:nvSpPr>
        <p:spPr>
          <a:xfrm>
            <a:off x="4496585" y="2641765"/>
            <a:ext cx="3221371" cy="1064359"/>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eaLnBrk="0" fontAlgn="base" hangingPunct="0">
              <a:spcBef>
                <a:spcPct val="0"/>
              </a:spcBef>
              <a:spcAft>
                <a:spcPct val="0"/>
              </a:spcAft>
              <a:buFont typeface="Arial" panose="020B0604020202020204" pitchFamily="34" charset="0"/>
              <a:buChar char="•"/>
            </a:pP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Exposition des services </a:t>
            </a:r>
            <a:r>
              <a:rPr kumimoji="0" lang="fr-FR" altLang="fr-FR" sz="1000" b="1"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CADI aux composants SYO (</a:t>
            </a:r>
            <a:r>
              <a:rPr kumimoji="0" lang="fr-FR" altLang="fr-FR" sz="1000" b="1" i="0" u="none" strike="noStrike" cap="none" normalizeH="0" baseline="0" dirty="0" err="1">
                <a:ln>
                  <a:noFill/>
                </a:ln>
                <a:solidFill>
                  <a:schemeClr val="tx1"/>
                </a:solidFill>
                <a:effectLst/>
                <a:latin typeface="Segoe UI" panose="020B0502040204020203" pitchFamily="34" charset="0"/>
                <a:cs typeface="Segoe UI" panose="020B0502040204020203" pitchFamily="34" charset="0"/>
              </a:rPr>
              <a:t>CWs</a:t>
            </a:r>
            <a:r>
              <a:rPr kumimoji="0" lang="fr-FR" altLang="fr-FR" sz="1000" b="1"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Exposition des services basés sur </a:t>
            </a:r>
            <a:r>
              <a:rPr kumimoji="0" lang="fr-FR" altLang="fr-FR" sz="1000" b="1"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les LLM</a:t>
            </a: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 via OCR Studio pour les traitements documentaires SYO.</a:t>
            </a:r>
            <a:endParaRPr lang="fr-FR" sz="1000" dirty="0">
              <a:solidFill>
                <a:schemeClr val="tx1"/>
              </a:solidFill>
              <a:latin typeface="Segoe UI" panose="020B0502040204020203" pitchFamily="34" charset="0"/>
              <a:cs typeface="Segoe UI" panose="020B0502040204020203" pitchFamily="34" charset="0"/>
            </a:endParaRPr>
          </a:p>
        </p:txBody>
      </p:sp>
      <p:sp>
        <p:nvSpPr>
          <p:cNvPr id="29" name="Rectangle 28">
            <a:extLst>
              <a:ext uri="{FF2B5EF4-FFF2-40B4-BE49-F238E27FC236}">
                <a16:creationId xmlns:a16="http://schemas.microsoft.com/office/drawing/2014/main" id="{8B9DF0F6-715D-47EA-9BCA-A88A783B4C97}"/>
              </a:ext>
            </a:extLst>
          </p:cNvPr>
          <p:cNvSpPr/>
          <p:nvPr/>
        </p:nvSpPr>
        <p:spPr>
          <a:xfrm>
            <a:off x="8171637" y="2641765"/>
            <a:ext cx="3221371" cy="1064359"/>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eaLnBrk="0" fontAlgn="base" hangingPunct="0">
              <a:spcBef>
                <a:spcPct val="0"/>
              </a:spcBef>
              <a:spcAft>
                <a:spcPct val="0"/>
              </a:spcAft>
              <a:buFont typeface="Arial" panose="020B0604020202020204" pitchFamily="34" charset="0"/>
              <a:buChar char="•"/>
            </a:pPr>
            <a:r>
              <a:rPr lang="fr-FR" sz="1000" dirty="0">
                <a:solidFill>
                  <a:schemeClr val="tx1"/>
                </a:solidFill>
                <a:latin typeface="Segoe UI" panose="020B0502040204020203" pitchFamily="34" charset="0"/>
                <a:cs typeface="Segoe UI" panose="020B0502040204020203" pitchFamily="34" charset="0"/>
              </a:rPr>
              <a:t>Impact de la refonte </a:t>
            </a:r>
            <a:r>
              <a:rPr lang="fr-FR" sz="1000" dirty="0" err="1">
                <a:solidFill>
                  <a:schemeClr val="tx1"/>
                </a:solidFill>
                <a:latin typeface="Segoe UI" panose="020B0502040204020203" pitchFamily="34" charset="0"/>
                <a:cs typeface="Segoe UI" panose="020B0502040204020203" pitchFamily="34" charset="0"/>
              </a:rPr>
              <a:t>SyoReader</a:t>
            </a:r>
            <a:r>
              <a:rPr lang="fr-FR" sz="1000" dirty="0">
                <a:solidFill>
                  <a:schemeClr val="tx1"/>
                </a:solidFill>
                <a:latin typeface="Segoe UI" panose="020B0502040204020203" pitchFamily="34" charset="0"/>
                <a:cs typeface="Segoe UI" panose="020B0502040204020203" pitchFamily="34" charset="0"/>
              </a:rPr>
              <a:t> sur la saisie assisté Rafale et OCR Capture</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fr-FR" sz="1000" dirty="0">
                <a:solidFill>
                  <a:schemeClr val="tx1"/>
                </a:solidFill>
                <a:latin typeface="Segoe UI" panose="020B0502040204020203" pitchFamily="34" charset="0"/>
                <a:cs typeface="Segoe UI" panose="020B0502040204020203" pitchFamily="34" charset="0"/>
              </a:rPr>
              <a:t>Ex : Exposition de services IA dédiés à l'identification de la structure documentaire (début/fin de document, segmentation multipages).</a:t>
            </a:r>
          </a:p>
        </p:txBody>
      </p:sp>
      <p:grpSp>
        <p:nvGrpSpPr>
          <p:cNvPr id="3" name="Groupe 2">
            <a:extLst>
              <a:ext uri="{FF2B5EF4-FFF2-40B4-BE49-F238E27FC236}">
                <a16:creationId xmlns:a16="http://schemas.microsoft.com/office/drawing/2014/main" id="{7F89CFAF-F1A6-4B32-8523-B2EEC9D4B2C4}"/>
              </a:ext>
            </a:extLst>
          </p:cNvPr>
          <p:cNvGrpSpPr/>
          <p:nvPr/>
        </p:nvGrpSpPr>
        <p:grpSpPr>
          <a:xfrm>
            <a:off x="888541" y="2221331"/>
            <a:ext cx="395044" cy="363313"/>
            <a:chOff x="8358258" y="1517835"/>
            <a:chExt cx="475488" cy="475488"/>
          </a:xfrm>
        </p:grpSpPr>
        <p:sp>
          <p:nvSpPr>
            <p:cNvPr id="30" name="Shape 7">
              <a:extLst>
                <a:ext uri="{FF2B5EF4-FFF2-40B4-BE49-F238E27FC236}">
                  <a16:creationId xmlns:a16="http://schemas.microsoft.com/office/drawing/2014/main" id="{F2060612-04EB-4DBB-A7B8-5B8800D10D49}"/>
                </a:ext>
              </a:extLst>
            </p:cNvPr>
            <p:cNvSpPr/>
            <p:nvPr/>
          </p:nvSpPr>
          <p:spPr>
            <a:xfrm>
              <a:off x="8358258" y="1517835"/>
              <a:ext cx="475488" cy="475488"/>
            </a:xfrm>
            <a:prstGeom prst="ellipse">
              <a:avLst/>
            </a:prstGeom>
            <a:solidFill>
              <a:srgbClr val="FFFFFF"/>
            </a:solidFill>
            <a:ln w="12700">
              <a:solidFill>
                <a:srgbClr val="002060"/>
              </a:solidFill>
              <a:prstDash val="solid"/>
            </a:ln>
          </p:spPr>
        </p:sp>
        <p:pic>
          <p:nvPicPr>
            <p:cNvPr id="31" name="Image 0" descr="preencoded.png">
              <a:extLst>
                <a:ext uri="{FF2B5EF4-FFF2-40B4-BE49-F238E27FC236}">
                  <a16:creationId xmlns:a16="http://schemas.microsoft.com/office/drawing/2014/main" id="{CDAC7F73-E8BD-4304-8367-471DD6322202}"/>
                </a:ext>
              </a:extLst>
            </p:cNvPr>
            <p:cNvPicPr>
              <a:picLocks noChangeAspect="1"/>
            </p:cNvPicPr>
            <p:nvPr/>
          </p:nvPicPr>
          <p:blipFill>
            <a:blip r:embed="rId3"/>
            <a:stretch>
              <a:fillRect/>
            </a:stretch>
          </p:blipFill>
          <p:spPr>
            <a:xfrm>
              <a:off x="8422266" y="1581843"/>
              <a:ext cx="347472" cy="347472"/>
            </a:xfrm>
            <a:prstGeom prst="rect">
              <a:avLst/>
            </a:prstGeom>
          </p:spPr>
        </p:pic>
      </p:grpSp>
      <p:sp>
        <p:nvSpPr>
          <p:cNvPr id="19" name="Rectangle 18">
            <a:extLst>
              <a:ext uri="{FF2B5EF4-FFF2-40B4-BE49-F238E27FC236}">
                <a16:creationId xmlns:a16="http://schemas.microsoft.com/office/drawing/2014/main" id="{C8D404D6-45F9-4058-9B6B-DC2B13D426C7}"/>
              </a:ext>
            </a:extLst>
          </p:cNvPr>
          <p:cNvSpPr/>
          <p:nvPr/>
        </p:nvSpPr>
        <p:spPr>
          <a:xfrm>
            <a:off x="8701337" y="2217152"/>
            <a:ext cx="2691671" cy="363313"/>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900" b="1" dirty="0">
                <a:latin typeface="Segoe UI" panose="020B0502040204020203" pitchFamily="34" charset="0"/>
                <a:cs typeface="Segoe UI" panose="020B0502040204020203" pitchFamily="34" charset="0"/>
              </a:rPr>
              <a:t>03. </a:t>
            </a:r>
            <a:r>
              <a:rPr lang="fr-FR" sz="900" b="1" dirty="0" err="1">
                <a:latin typeface="Segoe UI" panose="020B0502040204020203" pitchFamily="34" charset="0"/>
                <a:cs typeface="Segoe UI" panose="020B0502040204020203" pitchFamily="34" charset="0"/>
              </a:rPr>
              <a:t>Interop</a:t>
            </a:r>
            <a:r>
              <a:rPr lang="fr-FR" sz="900" b="1" dirty="0">
                <a:latin typeface="Segoe UI" panose="020B0502040204020203" pitchFamily="34" charset="0"/>
                <a:cs typeface="Segoe UI" panose="020B0502040204020203" pitchFamily="34" charset="0"/>
              </a:rPr>
              <a:t> CADI – SYO pour des nouveaux services + Saisie assisté</a:t>
            </a:r>
            <a:endParaRPr lang="fr-FR" sz="900" b="1" dirty="0">
              <a:solidFill>
                <a:schemeClr val="bg1"/>
              </a:solidFill>
              <a:latin typeface="Segoe UI" panose="020B0502040204020203" pitchFamily="34" charset="0"/>
              <a:cs typeface="Segoe UI" panose="020B0502040204020203" pitchFamily="34" charset="0"/>
            </a:endParaRPr>
          </a:p>
        </p:txBody>
      </p:sp>
      <p:grpSp>
        <p:nvGrpSpPr>
          <p:cNvPr id="32" name="Groupe 31">
            <a:extLst>
              <a:ext uri="{FF2B5EF4-FFF2-40B4-BE49-F238E27FC236}">
                <a16:creationId xmlns:a16="http://schemas.microsoft.com/office/drawing/2014/main" id="{1993EE5C-A5D1-49C6-8CD5-2DC438C0C88B}"/>
              </a:ext>
            </a:extLst>
          </p:cNvPr>
          <p:cNvGrpSpPr/>
          <p:nvPr/>
        </p:nvGrpSpPr>
        <p:grpSpPr>
          <a:xfrm>
            <a:off x="4497067" y="2225949"/>
            <a:ext cx="395044" cy="363313"/>
            <a:chOff x="8358258" y="1517835"/>
            <a:chExt cx="475488" cy="475488"/>
          </a:xfrm>
        </p:grpSpPr>
        <p:sp>
          <p:nvSpPr>
            <p:cNvPr id="33" name="Shape 7">
              <a:extLst>
                <a:ext uri="{FF2B5EF4-FFF2-40B4-BE49-F238E27FC236}">
                  <a16:creationId xmlns:a16="http://schemas.microsoft.com/office/drawing/2014/main" id="{CAECEAFC-5B45-45E0-B789-CB60E293F374}"/>
                </a:ext>
              </a:extLst>
            </p:cNvPr>
            <p:cNvSpPr/>
            <p:nvPr/>
          </p:nvSpPr>
          <p:spPr>
            <a:xfrm>
              <a:off x="8358258" y="1517835"/>
              <a:ext cx="475488" cy="475488"/>
            </a:xfrm>
            <a:prstGeom prst="ellipse">
              <a:avLst/>
            </a:prstGeom>
            <a:solidFill>
              <a:srgbClr val="FFFFFF"/>
            </a:solidFill>
            <a:ln w="12700">
              <a:solidFill>
                <a:srgbClr val="002060"/>
              </a:solidFill>
              <a:prstDash val="solid"/>
            </a:ln>
          </p:spPr>
        </p:sp>
        <p:pic>
          <p:nvPicPr>
            <p:cNvPr id="34" name="Image 0" descr="preencoded.png">
              <a:extLst>
                <a:ext uri="{FF2B5EF4-FFF2-40B4-BE49-F238E27FC236}">
                  <a16:creationId xmlns:a16="http://schemas.microsoft.com/office/drawing/2014/main" id="{BE79247B-D415-4E88-9486-6B9908D1E84B}"/>
                </a:ext>
              </a:extLst>
            </p:cNvPr>
            <p:cNvPicPr>
              <a:picLocks noChangeAspect="1"/>
            </p:cNvPicPr>
            <p:nvPr/>
          </p:nvPicPr>
          <p:blipFill>
            <a:blip r:embed="rId3"/>
            <a:stretch>
              <a:fillRect/>
            </a:stretch>
          </p:blipFill>
          <p:spPr>
            <a:xfrm>
              <a:off x="8422266" y="1581843"/>
              <a:ext cx="347472" cy="347472"/>
            </a:xfrm>
            <a:prstGeom prst="rect">
              <a:avLst/>
            </a:prstGeom>
          </p:spPr>
        </p:pic>
      </p:grpSp>
      <p:grpSp>
        <p:nvGrpSpPr>
          <p:cNvPr id="35" name="Groupe 34">
            <a:extLst>
              <a:ext uri="{FF2B5EF4-FFF2-40B4-BE49-F238E27FC236}">
                <a16:creationId xmlns:a16="http://schemas.microsoft.com/office/drawing/2014/main" id="{A4A4025D-0711-4F91-B6BA-4BF479DC4C8F}"/>
              </a:ext>
            </a:extLst>
          </p:cNvPr>
          <p:cNvGrpSpPr/>
          <p:nvPr/>
        </p:nvGrpSpPr>
        <p:grpSpPr>
          <a:xfrm>
            <a:off x="8167990" y="2222992"/>
            <a:ext cx="395044" cy="363313"/>
            <a:chOff x="8358258" y="1517835"/>
            <a:chExt cx="475488" cy="475488"/>
          </a:xfrm>
        </p:grpSpPr>
        <p:sp>
          <p:nvSpPr>
            <p:cNvPr id="39" name="Shape 7">
              <a:extLst>
                <a:ext uri="{FF2B5EF4-FFF2-40B4-BE49-F238E27FC236}">
                  <a16:creationId xmlns:a16="http://schemas.microsoft.com/office/drawing/2014/main" id="{C6938022-AD8C-497A-88E7-696B4D5F2EF8}"/>
                </a:ext>
              </a:extLst>
            </p:cNvPr>
            <p:cNvSpPr/>
            <p:nvPr/>
          </p:nvSpPr>
          <p:spPr>
            <a:xfrm>
              <a:off x="8358258" y="1517835"/>
              <a:ext cx="475488" cy="475488"/>
            </a:xfrm>
            <a:prstGeom prst="ellipse">
              <a:avLst/>
            </a:prstGeom>
            <a:solidFill>
              <a:srgbClr val="FFFFFF"/>
            </a:solidFill>
            <a:ln w="12700">
              <a:solidFill>
                <a:srgbClr val="002060"/>
              </a:solidFill>
              <a:prstDash val="solid"/>
            </a:ln>
          </p:spPr>
        </p:sp>
        <p:pic>
          <p:nvPicPr>
            <p:cNvPr id="40" name="Image 0" descr="preencoded.png">
              <a:extLst>
                <a:ext uri="{FF2B5EF4-FFF2-40B4-BE49-F238E27FC236}">
                  <a16:creationId xmlns:a16="http://schemas.microsoft.com/office/drawing/2014/main" id="{3452917D-957F-408D-868C-FB4627E52E2D}"/>
                </a:ext>
              </a:extLst>
            </p:cNvPr>
            <p:cNvPicPr>
              <a:picLocks noChangeAspect="1"/>
            </p:cNvPicPr>
            <p:nvPr/>
          </p:nvPicPr>
          <p:blipFill>
            <a:blip r:embed="rId3"/>
            <a:stretch>
              <a:fillRect/>
            </a:stretch>
          </p:blipFill>
          <p:spPr>
            <a:xfrm>
              <a:off x="8422266" y="1581843"/>
              <a:ext cx="347472" cy="347472"/>
            </a:xfrm>
            <a:prstGeom prst="rect">
              <a:avLst/>
            </a:prstGeom>
          </p:spPr>
        </p:pic>
      </p:grpSp>
      <p:sp>
        <p:nvSpPr>
          <p:cNvPr id="41" name="Rectangle 40">
            <a:extLst>
              <a:ext uri="{FF2B5EF4-FFF2-40B4-BE49-F238E27FC236}">
                <a16:creationId xmlns:a16="http://schemas.microsoft.com/office/drawing/2014/main" id="{12152EC1-BEE6-40C2-BAC9-9261143AF85E}"/>
              </a:ext>
            </a:extLst>
          </p:cNvPr>
          <p:cNvSpPr/>
          <p:nvPr/>
        </p:nvSpPr>
        <p:spPr>
          <a:xfrm>
            <a:off x="821531" y="3846055"/>
            <a:ext cx="3221371" cy="1406169"/>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Possibilité de basculer de moteurs </a:t>
            </a:r>
            <a:r>
              <a:rPr kumimoji="0" lang="fr-FR" altLang="fr-FR" sz="1000" b="0" i="0" u="none" strike="noStrike" cap="none" normalizeH="0" baseline="0" dirty="0" err="1">
                <a:ln>
                  <a:noFill/>
                </a:ln>
                <a:solidFill>
                  <a:schemeClr val="tx1"/>
                </a:solidFill>
                <a:effectLst/>
                <a:latin typeface="Segoe UI" panose="020B0502040204020203" pitchFamily="34" charset="0"/>
                <a:cs typeface="Segoe UI" panose="020B0502040204020203" pitchFamily="34" charset="0"/>
              </a:rPr>
              <a:t>OCRs</a:t>
            </a: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 sans impacts sur les </a:t>
            </a:r>
            <a:r>
              <a:rPr kumimoji="0" lang="fr-FR" altLang="fr-FR" sz="1000" b="0" i="0" u="none" strike="noStrike" cap="none" normalizeH="0" baseline="0" dirty="0" err="1">
                <a:ln>
                  <a:noFill/>
                </a:ln>
                <a:solidFill>
                  <a:schemeClr val="tx1"/>
                </a:solidFill>
                <a:effectLst/>
                <a:latin typeface="Segoe UI" panose="020B0502040204020203" pitchFamily="34" charset="0"/>
                <a:cs typeface="Segoe UI" panose="020B0502040204020203" pitchFamily="34" charset="0"/>
              </a:rPr>
              <a:t>CWs</a:t>
            </a: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 (séparer le traitement technique OCR du traitement métier CW)</a:t>
            </a:r>
            <a:endParaRPr lang="fr-FR" sz="1000" dirty="0">
              <a:solidFill>
                <a:schemeClr val="tx1"/>
              </a:solidFill>
              <a:latin typeface="Segoe UI" panose="020B0502040204020203" pitchFamily="34" charset="0"/>
              <a:cs typeface="Segoe UI" panose="020B0502040204020203" pitchFamily="34" charset="0"/>
            </a:endParaRPr>
          </a:p>
        </p:txBody>
      </p:sp>
      <p:sp>
        <p:nvSpPr>
          <p:cNvPr id="42" name="Rectangle 41">
            <a:extLst>
              <a:ext uri="{FF2B5EF4-FFF2-40B4-BE49-F238E27FC236}">
                <a16:creationId xmlns:a16="http://schemas.microsoft.com/office/drawing/2014/main" id="{9FEDEDE6-DBAD-48C1-AF97-A81E934E57C9}"/>
              </a:ext>
            </a:extLst>
          </p:cNvPr>
          <p:cNvSpPr/>
          <p:nvPr/>
        </p:nvSpPr>
        <p:spPr>
          <a:xfrm>
            <a:off x="4496583" y="3846055"/>
            <a:ext cx="3221371" cy="1406169"/>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Réduction significative des délais de mise en œuvre des projets de classification et d'extraction.</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Diminution des coûts de développement et de maintenance par rapport à la création de modèles IA spécifiques.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endParaRPr>
          </a:p>
        </p:txBody>
      </p:sp>
      <p:sp>
        <p:nvSpPr>
          <p:cNvPr id="43" name="Rectangle 42">
            <a:extLst>
              <a:ext uri="{FF2B5EF4-FFF2-40B4-BE49-F238E27FC236}">
                <a16:creationId xmlns:a16="http://schemas.microsoft.com/office/drawing/2014/main" id="{C8AB640B-F900-402E-A966-39DA8A6C8649}"/>
              </a:ext>
            </a:extLst>
          </p:cNvPr>
          <p:cNvSpPr/>
          <p:nvPr/>
        </p:nvSpPr>
        <p:spPr>
          <a:xfrm>
            <a:off x="8171635" y="3846055"/>
            <a:ext cx="3221371" cy="1406169"/>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fr-FR" sz="1000" dirty="0">
                <a:solidFill>
                  <a:schemeClr val="tx1"/>
                </a:solidFill>
                <a:latin typeface="Segoe UI" panose="020B0502040204020203" pitchFamily="34" charset="0"/>
                <a:cs typeface="Segoe UI" panose="020B0502040204020203" pitchFamily="34" charset="0"/>
              </a:rPr>
              <a:t>Amélioration de la qualité du traitement des documents complexes.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fr-FR" sz="1000" dirty="0">
                <a:solidFill>
                  <a:schemeClr val="tx1"/>
                </a:solidFill>
                <a:latin typeface="Segoe UI" panose="020B0502040204020203" pitchFamily="34" charset="0"/>
                <a:cs typeface="Segoe UI" panose="020B0502040204020203" pitchFamily="34" charset="0"/>
              </a:rPr>
              <a:t>Standardisation des capacités de segmentation documentaire au sein des flux SYO.</a:t>
            </a:r>
          </a:p>
        </p:txBody>
      </p:sp>
      <p:sp>
        <p:nvSpPr>
          <p:cNvPr id="63" name="Rectangle 62">
            <a:extLst>
              <a:ext uri="{FF2B5EF4-FFF2-40B4-BE49-F238E27FC236}">
                <a16:creationId xmlns:a16="http://schemas.microsoft.com/office/drawing/2014/main" id="{622C58F2-EF73-4F28-B596-20CBEA65A6A8}"/>
              </a:ext>
            </a:extLst>
          </p:cNvPr>
          <p:cNvSpPr/>
          <p:nvPr/>
        </p:nvSpPr>
        <p:spPr>
          <a:xfrm>
            <a:off x="836377" y="1458033"/>
            <a:ext cx="10571476" cy="4618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l" defTabSz="914400" rtl="0" eaLnBrk="0" fontAlgn="base" latinLnBrk="0" hangingPunct="0">
              <a:lnSpc>
                <a:spcPct val="100000"/>
              </a:lnSpc>
              <a:spcBef>
                <a:spcPct val="0"/>
              </a:spcBef>
              <a:spcAft>
                <a:spcPct val="0"/>
              </a:spcAft>
              <a:buClrTx/>
              <a:buSzTx/>
              <a:tabLst/>
            </a:pPr>
            <a:r>
              <a:rPr lang="fr-FR" sz="1100" dirty="0">
                <a:solidFill>
                  <a:schemeClr val="tx1"/>
                </a:solidFill>
                <a:latin typeface="Segoe UI" panose="020B0502040204020203" pitchFamily="34" charset="0"/>
                <a:cs typeface="Segoe UI" panose="020B0502040204020203" pitchFamily="34" charset="0"/>
              </a:rPr>
              <a:t>Dans un contexte d'évolution de nos capacités de traitement documentaire, ce pré-cadrage vise à définir les modalités d'interopérabilité entre les plateformes CADI et SYO, afin de capitaliser sur les services d'IA documentaire de l’OCRF et d'accélérer le déploiement de nouveaux cas d'usage.</a:t>
            </a:r>
          </a:p>
        </p:txBody>
      </p:sp>
      <p:sp>
        <p:nvSpPr>
          <p:cNvPr id="65" name="Rectangle 64">
            <a:extLst>
              <a:ext uri="{FF2B5EF4-FFF2-40B4-BE49-F238E27FC236}">
                <a16:creationId xmlns:a16="http://schemas.microsoft.com/office/drawing/2014/main" id="{2ED4C427-E157-469C-99A4-DC461394BE11}"/>
              </a:ext>
            </a:extLst>
          </p:cNvPr>
          <p:cNvSpPr/>
          <p:nvPr/>
        </p:nvSpPr>
        <p:spPr>
          <a:xfrm>
            <a:off x="836377" y="5392155"/>
            <a:ext cx="10571476" cy="7019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l" defTabSz="914400" rtl="0" eaLnBrk="0" fontAlgn="base" latinLnBrk="0" hangingPunct="0">
              <a:lnSpc>
                <a:spcPct val="100000"/>
              </a:lnSpc>
              <a:spcBef>
                <a:spcPct val="0"/>
              </a:spcBef>
              <a:spcAft>
                <a:spcPct val="0"/>
              </a:spcAft>
              <a:buClrTx/>
              <a:buSzTx/>
              <a:tabLst/>
            </a:pPr>
            <a:r>
              <a:rPr lang="fr-FR" sz="1100" b="1" dirty="0">
                <a:solidFill>
                  <a:schemeClr val="tx1"/>
                </a:solidFill>
                <a:latin typeface="Segoe UI" panose="020B0502040204020203" pitchFamily="34" charset="0"/>
                <a:cs typeface="Segoe UI" panose="020B0502040204020203" pitchFamily="34" charset="0"/>
              </a:rPr>
              <a:t>Objectif du pré cadrage :</a:t>
            </a:r>
          </a:p>
          <a:p>
            <a:pPr marL="171450" marR="0" lvl="0" indent="-171450" algn="l" defTabSz="914400" rtl="0" eaLnBrk="0" fontAlgn="base" latinLnBrk="0" hangingPunct="0">
              <a:lnSpc>
                <a:spcPct val="100000"/>
              </a:lnSpc>
              <a:spcBef>
                <a:spcPct val="0"/>
              </a:spcBef>
              <a:spcAft>
                <a:spcPct val="0"/>
              </a:spcAft>
              <a:buClrTx/>
              <a:buSzTx/>
              <a:buFontTx/>
              <a:buChar char="-"/>
              <a:tabLst/>
            </a:pPr>
            <a:r>
              <a:rPr lang="fr-FR" sz="1100" dirty="0">
                <a:solidFill>
                  <a:schemeClr val="tx1"/>
                </a:solidFill>
                <a:latin typeface="Segoe UI" panose="020B0502040204020203" pitchFamily="34" charset="0"/>
                <a:cs typeface="Segoe UI" panose="020B0502040204020203" pitchFamily="34" charset="0"/>
              </a:rPr>
              <a:t>Evaluer la feuille de route pour les impacts de la refonte </a:t>
            </a:r>
            <a:r>
              <a:rPr lang="fr-FR" sz="1100" dirty="0" err="1">
                <a:solidFill>
                  <a:schemeClr val="tx1"/>
                </a:solidFill>
                <a:latin typeface="Segoe UI" panose="020B0502040204020203" pitchFamily="34" charset="0"/>
                <a:cs typeface="Segoe UI" panose="020B0502040204020203" pitchFamily="34" charset="0"/>
              </a:rPr>
              <a:t>SyoReader</a:t>
            </a:r>
            <a:r>
              <a:rPr lang="fr-FR" sz="1100" dirty="0">
                <a:solidFill>
                  <a:schemeClr val="tx1"/>
                </a:solidFill>
                <a:latin typeface="Segoe UI" panose="020B0502040204020203" pitchFamily="34" charset="0"/>
                <a:cs typeface="Segoe UI" panose="020B0502040204020203" pitchFamily="34" charset="0"/>
              </a:rPr>
              <a:t> sur les </a:t>
            </a:r>
            <a:r>
              <a:rPr lang="fr-FR" sz="1100" dirty="0" err="1">
                <a:solidFill>
                  <a:schemeClr val="tx1"/>
                </a:solidFill>
                <a:latin typeface="Segoe UI" panose="020B0502040204020203" pitchFamily="34" charset="0"/>
                <a:cs typeface="Segoe UI" panose="020B0502040204020203" pitchFamily="34" charset="0"/>
              </a:rPr>
              <a:t>CWs</a:t>
            </a:r>
            <a:endParaRPr lang="fr-FR" sz="1100" dirty="0">
              <a:solidFill>
                <a:schemeClr val="tx1"/>
              </a:solidFill>
              <a:latin typeface="Segoe UI" panose="020B0502040204020203" pitchFamily="34" charset="0"/>
              <a:cs typeface="Segoe UI" panose="020B0502040204020203" pitchFamily="34" charset="0"/>
            </a:endParaRPr>
          </a:p>
          <a:p>
            <a:pPr marL="171450" marR="0" lvl="0" indent="-171450" algn="l" defTabSz="914400" rtl="0" eaLnBrk="0" fontAlgn="base" latinLnBrk="0" hangingPunct="0">
              <a:lnSpc>
                <a:spcPct val="100000"/>
              </a:lnSpc>
              <a:spcBef>
                <a:spcPct val="0"/>
              </a:spcBef>
              <a:spcAft>
                <a:spcPct val="0"/>
              </a:spcAft>
              <a:buClrTx/>
              <a:buSzTx/>
              <a:buFontTx/>
              <a:buChar char="-"/>
              <a:tabLst/>
            </a:pPr>
            <a:r>
              <a:rPr lang="fr-FR" sz="1100" dirty="0">
                <a:solidFill>
                  <a:schemeClr val="tx1"/>
                </a:solidFill>
                <a:latin typeface="Segoe UI" panose="020B0502040204020203" pitchFamily="34" charset="0"/>
                <a:cs typeface="Segoe UI" panose="020B0502040204020203" pitchFamily="34" charset="0"/>
              </a:rPr>
              <a:t>Evaluer la feuille de route pour la mise en place l'interopérabilité </a:t>
            </a:r>
            <a:r>
              <a:rPr lang="fr-FR" sz="1100" dirty="0" err="1">
                <a:solidFill>
                  <a:schemeClr val="tx1"/>
                </a:solidFill>
                <a:latin typeface="Segoe UI" panose="020B0502040204020203" pitchFamily="34" charset="0"/>
                <a:cs typeface="Segoe UI" panose="020B0502040204020203" pitchFamily="34" charset="0"/>
              </a:rPr>
              <a:t>CWs</a:t>
            </a:r>
            <a:r>
              <a:rPr lang="fr-FR" sz="1100" dirty="0">
                <a:solidFill>
                  <a:schemeClr val="tx1"/>
                </a:solidFill>
                <a:latin typeface="Segoe UI" panose="020B0502040204020203" pitchFamily="34" charset="0"/>
                <a:cs typeface="Segoe UI" panose="020B0502040204020203" pitchFamily="34" charset="0"/>
              </a:rPr>
              <a:t> &lt;-&gt; CADI avec exploitation des fonctionnalités </a:t>
            </a:r>
            <a:r>
              <a:rPr lang="fr-FR" sz="1100" dirty="0" err="1">
                <a:solidFill>
                  <a:schemeClr val="tx1"/>
                </a:solidFill>
                <a:latin typeface="Segoe UI" panose="020B0502040204020203" pitchFamily="34" charset="0"/>
                <a:cs typeface="Segoe UI" panose="020B0502040204020203" pitchFamily="34" charset="0"/>
              </a:rPr>
              <a:t>GenAI</a:t>
            </a:r>
            <a:endParaRPr lang="fr-FR" sz="1100" dirty="0">
              <a:solidFill>
                <a:schemeClr val="tx1"/>
              </a:solidFill>
              <a:latin typeface="Segoe UI" panose="020B0502040204020203" pitchFamily="34" charset="0"/>
              <a:cs typeface="Segoe UI" panose="020B0502040204020203" pitchFamily="34" charset="0"/>
            </a:endParaRPr>
          </a:p>
        </p:txBody>
      </p:sp>
      <p:sp>
        <p:nvSpPr>
          <p:cNvPr id="4" name="ZoneTexte 3">
            <a:extLst>
              <a:ext uri="{FF2B5EF4-FFF2-40B4-BE49-F238E27FC236}">
                <a16:creationId xmlns:a16="http://schemas.microsoft.com/office/drawing/2014/main" id="{E16A25B5-7D02-495E-978D-CF5B6CB3750F}"/>
              </a:ext>
            </a:extLst>
          </p:cNvPr>
          <p:cNvSpPr txBox="1"/>
          <p:nvPr/>
        </p:nvSpPr>
        <p:spPr>
          <a:xfrm rot="19058554">
            <a:off x="10454736" y="3105777"/>
            <a:ext cx="1290109" cy="507831"/>
          </a:xfrm>
          <a:prstGeom prst="rect">
            <a:avLst/>
          </a:prstGeom>
          <a:solidFill>
            <a:srgbClr val="FFFF00"/>
          </a:solidFill>
        </p:spPr>
        <p:txBody>
          <a:bodyPr wrap="square" rtlCol="0">
            <a:spAutoFit/>
          </a:bodyPr>
          <a:lstStyle/>
          <a:p>
            <a:pPr algn="ctr"/>
            <a:r>
              <a:rPr lang="fr-FR" sz="900" dirty="0">
                <a:latin typeface="Segoe UI" panose="020B0502040204020203" pitchFamily="34" charset="0"/>
                <a:cs typeface="Segoe UI" panose="020B0502040204020203" pitchFamily="34" charset="0"/>
              </a:rPr>
              <a:t>Sera traité dans une note de pré cadrage à venir </a:t>
            </a:r>
          </a:p>
        </p:txBody>
      </p:sp>
    </p:spTree>
    <p:extLst>
      <p:ext uri="{BB962C8B-B14F-4D97-AF65-F5344CB8AC3E}">
        <p14:creationId xmlns:p14="http://schemas.microsoft.com/office/powerpoint/2010/main" val="558519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p:txBody>
          <a:bodyPr>
            <a:normAutofit/>
          </a:bodyPr>
          <a:lstStyle/>
          <a:p>
            <a:r>
              <a:rPr lang="fr-FR" dirty="0"/>
              <a:t>Sommaire</a:t>
            </a:r>
          </a:p>
        </p:txBody>
      </p:sp>
      <p:sp>
        <p:nvSpPr>
          <p:cNvPr id="5" name="Shape 2">
            <a:extLst>
              <a:ext uri="{FF2B5EF4-FFF2-40B4-BE49-F238E27FC236}">
                <a16:creationId xmlns:a16="http://schemas.microsoft.com/office/drawing/2014/main" id="{67C3E571-8422-2584-B85D-41FE73690999}"/>
              </a:ext>
            </a:extLst>
          </p:cNvPr>
          <p:cNvSpPr/>
          <p:nvPr/>
        </p:nvSpPr>
        <p:spPr>
          <a:xfrm>
            <a:off x="821531" y="1561979"/>
            <a:ext cx="11018520" cy="969264"/>
          </a:xfrm>
          <a:prstGeom prst="roundRect">
            <a:avLst>
              <a:gd name="adj" fmla="val 7547"/>
            </a:avLst>
          </a:prstGeom>
          <a:solidFill>
            <a:srgbClr val="F4F7FB"/>
          </a:solidFill>
          <a:ln/>
        </p:spPr>
        <p:txBody>
          <a:bodyPr/>
          <a:lstStyle/>
          <a:p>
            <a:endParaRPr lang="fr-FR"/>
          </a:p>
        </p:txBody>
      </p:sp>
      <p:sp>
        <p:nvSpPr>
          <p:cNvPr id="6" name="Shape 3">
            <a:extLst>
              <a:ext uri="{FF2B5EF4-FFF2-40B4-BE49-F238E27FC236}">
                <a16:creationId xmlns:a16="http://schemas.microsoft.com/office/drawing/2014/main" id="{AF23F760-354A-B9AF-09D7-99B5B16C50A1}"/>
              </a:ext>
            </a:extLst>
          </p:cNvPr>
          <p:cNvSpPr/>
          <p:nvPr/>
        </p:nvSpPr>
        <p:spPr>
          <a:xfrm>
            <a:off x="1050131" y="1708283"/>
            <a:ext cx="658368" cy="658368"/>
          </a:xfrm>
          <a:prstGeom prst="ellipse">
            <a:avLst/>
          </a:prstGeom>
          <a:solidFill>
            <a:srgbClr val="21295C"/>
          </a:solidFill>
          <a:ln/>
        </p:spPr>
        <p:txBody>
          <a:bodyPr/>
          <a:lstStyle/>
          <a:p>
            <a:endParaRPr lang="fr-FR"/>
          </a:p>
        </p:txBody>
      </p:sp>
      <p:sp>
        <p:nvSpPr>
          <p:cNvPr id="8" name="Text 4">
            <a:extLst>
              <a:ext uri="{FF2B5EF4-FFF2-40B4-BE49-F238E27FC236}">
                <a16:creationId xmlns:a16="http://schemas.microsoft.com/office/drawing/2014/main" id="{2AA72A23-793A-93E5-0651-D4F85344424C}"/>
              </a:ext>
            </a:extLst>
          </p:cNvPr>
          <p:cNvSpPr/>
          <p:nvPr/>
        </p:nvSpPr>
        <p:spPr>
          <a:xfrm>
            <a:off x="1918811" y="1653419"/>
            <a:ext cx="914400" cy="457200"/>
          </a:xfrm>
          <a:prstGeom prst="rect">
            <a:avLst/>
          </a:prstGeom>
          <a:noFill/>
          <a:ln/>
        </p:spPr>
        <p:txBody>
          <a:bodyPr wrap="square" lIns="0" tIns="0" rIns="0" bIns="0" rtlCol="0" anchor="ctr"/>
          <a:lstStyle/>
          <a:p>
            <a:pPr marL="0" indent="0">
              <a:buNone/>
            </a:pPr>
            <a:r>
              <a:rPr lang="en-US" sz="2200" b="1" dirty="0">
                <a:solidFill>
                  <a:srgbClr val="1C7293"/>
                </a:solidFill>
                <a:latin typeface="Calibri" pitchFamily="34" charset="0"/>
                <a:ea typeface="Calibri" pitchFamily="34" charset="-122"/>
                <a:cs typeface="Calibri" pitchFamily="34" charset="-120"/>
              </a:rPr>
              <a:t>01</a:t>
            </a:r>
            <a:endParaRPr lang="en-US" sz="2200" dirty="0"/>
          </a:p>
        </p:txBody>
      </p:sp>
      <p:sp>
        <p:nvSpPr>
          <p:cNvPr id="9" name="Text 5">
            <a:extLst>
              <a:ext uri="{FF2B5EF4-FFF2-40B4-BE49-F238E27FC236}">
                <a16:creationId xmlns:a16="http://schemas.microsoft.com/office/drawing/2014/main" id="{5D62E24C-E479-F5C5-688E-F3058681C08D}"/>
              </a:ext>
            </a:extLst>
          </p:cNvPr>
          <p:cNvSpPr/>
          <p:nvPr/>
        </p:nvSpPr>
        <p:spPr>
          <a:xfrm>
            <a:off x="2787491" y="1635131"/>
            <a:ext cx="6035040" cy="384048"/>
          </a:xfrm>
          <a:prstGeom prst="rect">
            <a:avLst/>
          </a:prstGeom>
          <a:noFill/>
          <a:ln/>
        </p:spPr>
        <p:txBody>
          <a:bodyPr wrap="square" lIns="0" tIns="0" rIns="0" bIns="0" rtlCol="0" anchor="ctr"/>
          <a:lstStyle/>
          <a:p>
            <a:pPr marL="0" indent="0">
              <a:buNone/>
            </a:pPr>
            <a:r>
              <a:rPr lang="fr-FR" sz="1700" b="1" dirty="0">
                <a:solidFill>
                  <a:srgbClr val="21295C"/>
                </a:solidFill>
                <a:latin typeface="Calibri" pitchFamily="34" charset="0"/>
                <a:ea typeface="Calibri" pitchFamily="34" charset="-122"/>
                <a:cs typeface="Calibri" pitchFamily="34" charset="-120"/>
              </a:rPr>
              <a:t>Refonte technique </a:t>
            </a:r>
            <a:r>
              <a:rPr lang="fr-FR" sz="1700" b="1" dirty="0" err="1">
                <a:solidFill>
                  <a:srgbClr val="21295C"/>
                </a:solidFill>
                <a:latin typeface="Calibri" pitchFamily="34" charset="0"/>
                <a:ea typeface="Calibri" pitchFamily="34" charset="-122"/>
                <a:cs typeface="Calibri" pitchFamily="34" charset="-120"/>
              </a:rPr>
              <a:t>SyoReader</a:t>
            </a:r>
            <a:r>
              <a:rPr lang="fr-FR" sz="1700" b="1" dirty="0">
                <a:solidFill>
                  <a:srgbClr val="21295C"/>
                </a:solidFill>
                <a:latin typeface="Calibri" pitchFamily="34" charset="0"/>
                <a:ea typeface="Calibri" pitchFamily="34" charset="-122"/>
                <a:cs typeface="Calibri" pitchFamily="34" charset="-120"/>
              </a:rPr>
              <a:t> et impacts sur les </a:t>
            </a:r>
            <a:r>
              <a:rPr lang="fr-FR" sz="1700" b="1" dirty="0" err="1">
                <a:solidFill>
                  <a:srgbClr val="21295C"/>
                </a:solidFill>
                <a:latin typeface="Calibri" pitchFamily="34" charset="0"/>
                <a:ea typeface="Calibri" pitchFamily="34" charset="-122"/>
                <a:cs typeface="Calibri" pitchFamily="34" charset="-120"/>
              </a:rPr>
              <a:t>CWs</a:t>
            </a:r>
            <a:endParaRPr lang="fr-FR" sz="1700" b="1" dirty="0">
              <a:solidFill>
                <a:srgbClr val="21295C"/>
              </a:solidFill>
              <a:latin typeface="Calibri" pitchFamily="34" charset="0"/>
              <a:ea typeface="Calibri" pitchFamily="34" charset="-122"/>
              <a:cs typeface="Calibri" pitchFamily="34" charset="-120"/>
            </a:endParaRPr>
          </a:p>
        </p:txBody>
      </p:sp>
      <p:sp>
        <p:nvSpPr>
          <p:cNvPr id="10" name="Text 6">
            <a:extLst>
              <a:ext uri="{FF2B5EF4-FFF2-40B4-BE49-F238E27FC236}">
                <a16:creationId xmlns:a16="http://schemas.microsoft.com/office/drawing/2014/main" id="{93AC6A0C-2D80-1469-0435-D78B5D9C6E71}"/>
              </a:ext>
            </a:extLst>
          </p:cNvPr>
          <p:cNvSpPr/>
          <p:nvPr/>
        </p:nvSpPr>
        <p:spPr>
          <a:xfrm>
            <a:off x="2787491" y="2019179"/>
            <a:ext cx="9052560" cy="41148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Impact de la </a:t>
            </a:r>
            <a:r>
              <a:rPr lang="en-US" sz="1200" dirty="0" err="1">
                <a:solidFill>
                  <a:srgbClr val="5B6472"/>
                </a:solidFill>
                <a:latin typeface="Calibri" pitchFamily="34" charset="0"/>
                <a:ea typeface="Calibri" pitchFamily="34" charset="-122"/>
                <a:cs typeface="Calibri" pitchFamily="34" charset="-120"/>
              </a:rPr>
              <a:t>refonte</a:t>
            </a:r>
            <a:r>
              <a:rPr lang="en-US" sz="1200" dirty="0">
                <a:solidFill>
                  <a:srgbClr val="5B6472"/>
                </a:solidFill>
                <a:latin typeface="Calibri" pitchFamily="34" charset="0"/>
                <a:ea typeface="Calibri" pitchFamily="34" charset="-122"/>
                <a:cs typeface="Calibri" pitchFamily="34" charset="-120"/>
              </a:rPr>
              <a:t> </a:t>
            </a:r>
            <a:r>
              <a:rPr lang="en-US" sz="1200" dirty="0" err="1">
                <a:solidFill>
                  <a:srgbClr val="5B6472"/>
                </a:solidFill>
                <a:latin typeface="Calibri" pitchFamily="34" charset="0"/>
                <a:ea typeface="Calibri" pitchFamily="34" charset="-122"/>
                <a:cs typeface="Calibri" pitchFamily="34" charset="-120"/>
              </a:rPr>
              <a:t>SyoReader</a:t>
            </a:r>
            <a:r>
              <a:rPr lang="en-US" sz="1200" dirty="0">
                <a:solidFill>
                  <a:srgbClr val="5B6472"/>
                </a:solidFill>
                <a:latin typeface="Calibri" pitchFamily="34" charset="0"/>
                <a:ea typeface="Calibri" pitchFamily="34" charset="-122"/>
                <a:cs typeface="Calibri" pitchFamily="34" charset="-120"/>
              </a:rPr>
              <a:t> sur les CWs</a:t>
            </a:r>
            <a:endParaRPr lang="en-US" sz="1200" dirty="0"/>
          </a:p>
        </p:txBody>
      </p:sp>
      <p:sp>
        <p:nvSpPr>
          <p:cNvPr id="11" name="Shape 7">
            <a:extLst>
              <a:ext uri="{FF2B5EF4-FFF2-40B4-BE49-F238E27FC236}">
                <a16:creationId xmlns:a16="http://schemas.microsoft.com/office/drawing/2014/main" id="{CE2996EF-A5D1-40CB-EC2E-84E769FEA6FF}"/>
              </a:ext>
            </a:extLst>
          </p:cNvPr>
          <p:cNvSpPr/>
          <p:nvPr/>
        </p:nvSpPr>
        <p:spPr>
          <a:xfrm>
            <a:off x="821531" y="2732411"/>
            <a:ext cx="11031538" cy="969264"/>
          </a:xfrm>
          <a:prstGeom prst="roundRect">
            <a:avLst>
              <a:gd name="adj" fmla="val 7547"/>
            </a:avLst>
          </a:prstGeom>
          <a:solidFill>
            <a:srgbClr val="FFFFFF"/>
          </a:solidFill>
          <a:ln/>
        </p:spPr>
        <p:txBody>
          <a:bodyPr/>
          <a:lstStyle/>
          <a:p>
            <a:endParaRPr lang="fr-FR"/>
          </a:p>
        </p:txBody>
      </p:sp>
      <p:sp>
        <p:nvSpPr>
          <p:cNvPr id="12" name="Shape 8">
            <a:extLst>
              <a:ext uri="{FF2B5EF4-FFF2-40B4-BE49-F238E27FC236}">
                <a16:creationId xmlns:a16="http://schemas.microsoft.com/office/drawing/2014/main" id="{282CF6E8-1266-7C98-B470-5794630A983C}"/>
              </a:ext>
            </a:extLst>
          </p:cNvPr>
          <p:cNvSpPr/>
          <p:nvPr/>
        </p:nvSpPr>
        <p:spPr>
          <a:xfrm>
            <a:off x="1050131" y="2878715"/>
            <a:ext cx="658368" cy="658368"/>
          </a:xfrm>
          <a:prstGeom prst="ellipse">
            <a:avLst/>
          </a:prstGeom>
          <a:solidFill>
            <a:srgbClr val="21295C"/>
          </a:solidFill>
          <a:ln/>
        </p:spPr>
        <p:txBody>
          <a:bodyPr/>
          <a:lstStyle/>
          <a:p>
            <a:endParaRPr lang="fr-FR"/>
          </a:p>
        </p:txBody>
      </p:sp>
      <p:pic>
        <p:nvPicPr>
          <p:cNvPr id="13" name="Image 1" descr="preencoded.png">
            <a:extLst>
              <a:ext uri="{FF2B5EF4-FFF2-40B4-BE49-F238E27FC236}">
                <a16:creationId xmlns:a16="http://schemas.microsoft.com/office/drawing/2014/main" id="{02025DA8-E70B-6D91-721D-CF079FDBDA40}"/>
              </a:ext>
            </a:extLst>
          </p:cNvPr>
          <p:cNvPicPr>
            <a:picLocks noChangeAspect="1"/>
          </p:cNvPicPr>
          <p:nvPr/>
        </p:nvPicPr>
        <p:blipFill>
          <a:blip r:embed="rId3"/>
          <a:stretch>
            <a:fillRect/>
          </a:stretch>
        </p:blipFill>
        <p:spPr>
          <a:xfrm>
            <a:off x="1208139" y="3036723"/>
            <a:ext cx="342351" cy="342351"/>
          </a:xfrm>
          <a:prstGeom prst="rect">
            <a:avLst/>
          </a:prstGeom>
        </p:spPr>
      </p:pic>
      <p:sp>
        <p:nvSpPr>
          <p:cNvPr id="14" name="Text 9">
            <a:extLst>
              <a:ext uri="{FF2B5EF4-FFF2-40B4-BE49-F238E27FC236}">
                <a16:creationId xmlns:a16="http://schemas.microsoft.com/office/drawing/2014/main" id="{7F7FEE5F-209A-AF66-E217-1B6F73F7CC91}"/>
              </a:ext>
            </a:extLst>
          </p:cNvPr>
          <p:cNvSpPr/>
          <p:nvPr/>
        </p:nvSpPr>
        <p:spPr>
          <a:xfrm>
            <a:off x="1918811" y="2823851"/>
            <a:ext cx="914400" cy="457200"/>
          </a:xfrm>
          <a:prstGeom prst="rect">
            <a:avLst/>
          </a:prstGeom>
          <a:noFill/>
          <a:ln/>
        </p:spPr>
        <p:txBody>
          <a:bodyPr wrap="square" lIns="0" tIns="0" rIns="0" bIns="0" rtlCol="0" anchor="ctr"/>
          <a:lstStyle/>
          <a:p>
            <a:pPr marL="0" indent="0">
              <a:buNone/>
            </a:pPr>
            <a:r>
              <a:rPr lang="en-US" sz="2200" b="1" dirty="0">
                <a:solidFill>
                  <a:srgbClr val="1C7293"/>
                </a:solidFill>
                <a:latin typeface="Calibri" pitchFamily="34" charset="0"/>
                <a:ea typeface="Calibri" pitchFamily="34" charset="-122"/>
                <a:cs typeface="Calibri" pitchFamily="34" charset="-120"/>
              </a:rPr>
              <a:t>02</a:t>
            </a:r>
            <a:endParaRPr lang="en-US" sz="2200" dirty="0"/>
          </a:p>
        </p:txBody>
      </p:sp>
      <p:sp>
        <p:nvSpPr>
          <p:cNvPr id="15" name="Text 10">
            <a:extLst>
              <a:ext uri="{FF2B5EF4-FFF2-40B4-BE49-F238E27FC236}">
                <a16:creationId xmlns:a16="http://schemas.microsoft.com/office/drawing/2014/main" id="{E0AD5452-14C9-BECB-432D-36B3CF2AC850}"/>
              </a:ext>
            </a:extLst>
          </p:cNvPr>
          <p:cNvSpPr/>
          <p:nvPr/>
        </p:nvSpPr>
        <p:spPr>
          <a:xfrm>
            <a:off x="2787491" y="2805563"/>
            <a:ext cx="6035040" cy="384048"/>
          </a:xfrm>
          <a:prstGeom prst="rect">
            <a:avLst/>
          </a:prstGeom>
          <a:noFill/>
          <a:ln/>
        </p:spPr>
        <p:txBody>
          <a:bodyPr wrap="square" lIns="0" tIns="0" rIns="0" bIns="0" rtlCol="0" anchor="ctr"/>
          <a:lstStyle/>
          <a:p>
            <a:pPr marL="0" indent="0">
              <a:buNone/>
            </a:pPr>
            <a:r>
              <a:rPr lang="fr-FR" sz="1700" b="1" dirty="0" err="1">
                <a:solidFill>
                  <a:srgbClr val="21295C"/>
                </a:solidFill>
                <a:latin typeface="Calibri" pitchFamily="34" charset="0"/>
                <a:ea typeface="Calibri" pitchFamily="34" charset="-122"/>
                <a:cs typeface="Calibri" pitchFamily="34" charset="-120"/>
              </a:rPr>
              <a:t>Interop</a:t>
            </a:r>
            <a:r>
              <a:rPr lang="fr-FR" sz="1700" b="1" dirty="0">
                <a:solidFill>
                  <a:srgbClr val="21295C"/>
                </a:solidFill>
                <a:latin typeface="Calibri" pitchFamily="34" charset="0"/>
                <a:ea typeface="Calibri" pitchFamily="34" charset="-122"/>
                <a:cs typeface="Calibri" pitchFamily="34" charset="-120"/>
              </a:rPr>
              <a:t> CADI – CW pour les services OCRS</a:t>
            </a:r>
          </a:p>
        </p:txBody>
      </p:sp>
      <p:sp>
        <p:nvSpPr>
          <p:cNvPr id="16" name="Text 11">
            <a:extLst>
              <a:ext uri="{FF2B5EF4-FFF2-40B4-BE49-F238E27FC236}">
                <a16:creationId xmlns:a16="http://schemas.microsoft.com/office/drawing/2014/main" id="{5B9D6A1E-ABC4-6614-C231-BD4DD0C344D2}"/>
              </a:ext>
            </a:extLst>
          </p:cNvPr>
          <p:cNvSpPr/>
          <p:nvPr/>
        </p:nvSpPr>
        <p:spPr>
          <a:xfrm>
            <a:off x="2787491" y="3189611"/>
            <a:ext cx="9052560" cy="41148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Exploiter les </a:t>
            </a:r>
            <a:r>
              <a:rPr lang="en-US" sz="1200" dirty="0" err="1">
                <a:solidFill>
                  <a:srgbClr val="5B6472"/>
                </a:solidFill>
                <a:latin typeface="Calibri" pitchFamily="34" charset="0"/>
                <a:ea typeface="Calibri" pitchFamily="34" charset="-122"/>
                <a:cs typeface="Calibri" pitchFamily="34" charset="-120"/>
              </a:rPr>
              <a:t>fonctionnalités</a:t>
            </a:r>
            <a:r>
              <a:rPr lang="en-US" sz="1200" dirty="0">
                <a:solidFill>
                  <a:srgbClr val="5B6472"/>
                </a:solidFill>
                <a:latin typeface="Calibri" pitchFamily="34" charset="0"/>
                <a:ea typeface="Calibri" pitchFamily="34" charset="-122"/>
                <a:cs typeface="Calibri" pitchFamily="34" charset="-120"/>
              </a:rPr>
              <a:t> CADI sur les CWs SYO</a:t>
            </a:r>
            <a:endParaRPr lang="en-US" sz="1200" dirty="0"/>
          </a:p>
        </p:txBody>
      </p:sp>
      <p:pic>
        <p:nvPicPr>
          <p:cNvPr id="46" name="Image 1" descr="preencoded.png">
            <a:extLst>
              <a:ext uri="{FF2B5EF4-FFF2-40B4-BE49-F238E27FC236}">
                <a16:creationId xmlns:a16="http://schemas.microsoft.com/office/drawing/2014/main" id="{8A1C79F8-183C-8D6F-43F8-1FBCFEFBFC20}"/>
              </a:ext>
            </a:extLst>
          </p:cNvPr>
          <p:cNvPicPr>
            <a:picLocks noChangeAspect="1"/>
          </p:cNvPicPr>
          <p:nvPr/>
        </p:nvPicPr>
        <p:blipFill>
          <a:blip r:embed="rId3"/>
          <a:stretch>
            <a:fillRect/>
          </a:stretch>
        </p:blipFill>
        <p:spPr>
          <a:xfrm>
            <a:off x="1208138" y="1875646"/>
            <a:ext cx="342351" cy="342351"/>
          </a:xfrm>
          <a:prstGeom prst="rect">
            <a:avLst/>
          </a:prstGeom>
        </p:spPr>
      </p:pic>
    </p:spTree>
    <p:extLst>
      <p:ext uri="{BB962C8B-B14F-4D97-AF65-F5344CB8AC3E}">
        <p14:creationId xmlns:p14="http://schemas.microsoft.com/office/powerpoint/2010/main" val="560313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p:txBody>
          <a:bodyPr>
            <a:normAutofit fontScale="90000"/>
          </a:bodyPr>
          <a:lstStyle/>
          <a:p>
            <a:r>
              <a:rPr lang="fr-FR" sz="3200" b="1" cap="small" dirty="0">
                <a:latin typeface="Segoe UI" panose="020B0502040204020203" pitchFamily="34" charset="0"/>
                <a:cs typeface="Segoe UI" panose="020B0502040204020203" pitchFamily="34" charset="0"/>
              </a:rPr>
              <a:t>Refonte technique </a:t>
            </a:r>
            <a:r>
              <a:rPr lang="fr-FR" sz="3200" b="1" cap="small" dirty="0" err="1">
                <a:latin typeface="Segoe UI" panose="020B0502040204020203" pitchFamily="34" charset="0"/>
                <a:cs typeface="Segoe UI" panose="020B0502040204020203" pitchFamily="34" charset="0"/>
              </a:rPr>
              <a:t>SyoReader</a:t>
            </a:r>
            <a:r>
              <a:rPr lang="fr-FR" sz="3200" b="1" cap="small" dirty="0">
                <a:latin typeface="Segoe UI" panose="020B0502040204020203" pitchFamily="34" charset="0"/>
                <a:cs typeface="Segoe UI" panose="020B0502040204020203" pitchFamily="34" charset="0"/>
              </a:rPr>
              <a:t> et impacts sur les </a:t>
            </a:r>
            <a:r>
              <a:rPr lang="fr-FR" sz="3200" b="1" cap="small" dirty="0" err="1">
                <a:latin typeface="Segoe UI" panose="020B0502040204020203" pitchFamily="34" charset="0"/>
                <a:cs typeface="Segoe UI" panose="020B0502040204020203" pitchFamily="34" charset="0"/>
              </a:rPr>
              <a:t>CWs</a:t>
            </a:r>
            <a:endParaRPr lang="fr-FR" dirty="0"/>
          </a:p>
        </p:txBody>
      </p:sp>
      <p:sp>
        <p:nvSpPr>
          <p:cNvPr id="74" name="Rectangle 73">
            <a:extLst>
              <a:ext uri="{FF2B5EF4-FFF2-40B4-BE49-F238E27FC236}">
                <a16:creationId xmlns:a16="http://schemas.microsoft.com/office/drawing/2014/main" id="{45D629E5-1EC8-A95D-BE7D-BB779535DB7B}"/>
              </a:ext>
            </a:extLst>
          </p:cNvPr>
          <p:cNvSpPr/>
          <p:nvPr/>
        </p:nvSpPr>
        <p:spPr>
          <a:xfrm>
            <a:off x="1010219" y="4949167"/>
            <a:ext cx="3455450" cy="754947"/>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kumimoji="0" lang="fr-FR" altLang="fr-FR" sz="12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Dépendances fortes avec les moteurs dans les traitements métiers</a:t>
            </a:r>
          </a:p>
        </p:txBody>
      </p:sp>
      <p:sp>
        <p:nvSpPr>
          <p:cNvPr id="75" name="Rectangle 74">
            <a:extLst>
              <a:ext uri="{FF2B5EF4-FFF2-40B4-BE49-F238E27FC236}">
                <a16:creationId xmlns:a16="http://schemas.microsoft.com/office/drawing/2014/main" id="{A4A49CA0-3109-4767-7FD9-ACE9C9973647}"/>
              </a:ext>
            </a:extLst>
          </p:cNvPr>
          <p:cNvSpPr/>
          <p:nvPr/>
        </p:nvSpPr>
        <p:spPr>
          <a:xfrm>
            <a:off x="6736741" y="4949167"/>
            <a:ext cx="3438825" cy="754947"/>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kumimoji="0" lang="fr-FR" altLang="fr-FR" sz="12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Traitement métier agnostique des moteur </a:t>
            </a:r>
          </a:p>
        </p:txBody>
      </p:sp>
      <p:pic>
        <p:nvPicPr>
          <p:cNvPr id="102" name="Image 101">
            <a:extLst>
              <a:ext uri="{FF2B5EF4-FFF2-40B4-BE49-F238E27FC236}">
                <a16:creationId xmlns:a16="http://schemas.microsoft.com/office/drawing/2014/main" id="{8D4E0188-89FF-1B5D-20F2-6CB55F74FD2C}"/>
              </a:ext>
            </a:extLst>
          </p:cNvPr>
          <p:cNvPicPr>
            <a:picLocks noChangeAspect="1"/>
          </p:cNvPicPr>
          <p:nvPr/>
        </p:nvPicPr>
        <p:blipFill>
          <a:blip r:embed="rId3"/>
          <a:stretch>
            <a:fillRect/>
          </a:stretch>
        </p:blipFill>
        <p:spPr>
          <a:xfrm>
            <a:off x="1010219" y="1376653"/>
            <a:ext cx="3455450" cy="3505711"/>
          </a:xfrm>
          <a:prstGeom prst="rect">
            <a:avLst/>
          </a:prstGeom>
        </p:spPr>
      </p:pic>
      <p:pic>
        <p:nvPicPr>
          <p:cNvPr id="113" name="Image 112">
            <a:extLst>
              <a:ext uri="{FF2B5EF4-FFF2-40B4-BE49-F238E27FC236}">
                <a16:creationId xmlns:a16="http://schemas.microsoft.com/office/drawing/2014/main" id="{21F8192C-6B22-0201-7528-4A3EC4FA77AF}"/>
              </a:ext>
            </a:extLst>
          </p:cNvPr>
          <p:cNvPicPr>
            <a:picLocks noChangeAspect="1"/>
          </p:cNvPicPr>
          <p:nvPr/>
        </p:nvPicPr>
        <p:blipFill>
          <a:blip r:embed="rId4"/>
          <a:stretch>
            <a:fillRect/>
          </a:stretch>
        </p:blipFill>
        <p:spPr>
          <a:xfrm>
            <a:off x="6720116" y="1376653"/>
            <a:ext cx="3455450" cy="3091498"/>
          </a:xfrm>
          <a:prstGeom prst="rect">
            <a:avLst/>
          </a:prstGeom>
        </p:spPr>
      </p:pic>
      <p:sp>
        <p:nvSpPr>
          <p:cNvPr id="114" name="Flèche : droite 113">
            <a:extLst>
              <a:ext uri="{FF2B5EF4-FFF2-40B4-BE49-F238E27FC236}">
                <a16:creationId xmlns:a16="http://schemas.microsoft.com/office/drawing/2014/main" id="{4D63F04E-A792-6928-FE9A-5160FE042EB9}"/>
              </a:ext>
            </a:extLst>
          </p:cNvPr>
          <p:cNvSpPr/>
          <p:nvPr/>
        </p:nvSpPr>
        <p:spPr>
          <a:xfrm>
            <a:off x="5092403" y="2743200"/>
            <a:ext cx="1279368" cy="1146629"/>
          </a:xfrm>
          <a:prstGeom prst="rightArrow">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115" name="Espace réservé du texte 4">
            <a:extLst>
              <a:ext uri="{FF2B5EF4-FFF2-40B4-BE49-F238E27FC236}">
                <a16:creationId xmlns:a16="http://schemas.microsoft.com/office/drawing/2014/main" id="{BD9A4FDF-B2C6-48BB-52C0-5FF5366389D3}"/>
              </a:ext>
            </a:extLst>
          </p:cNvPr>
          <p:cNvSpPr txBox="1">
            <a:spLocks/>
          </p:cNvSpPr>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b="1" dirty="0">
                <a:solidFill>
                  <a:srgbClr val="003A8D"/>
                </a:solidFill>
                <a:latin typeface="Segoe UI" panose="020B0502040204020203" pitchFamily="34" charset="0"/>
                <a:cs typeface="Segoe UI" panose="020B0502040204020203" pitchFamily="34" charset="0"/>
              </a:rPr>
              <a:t>Impact de la refonte </a:t>
            </a:r>
            <a:r>
              <a:rPr lang="fr-FR" sz="1400" b="1" dirty="0" err="1">
                <a:solidFill>
                  <a:srgbClr val="003A8D"/>
                </a:solidFill>
                <a:latin typeface="Segoe UI" panose="020B0502040204020203" pitchFamily="34" charset="0"/>
                <a:cs typeface="Segoe UI" panose="020B0502040204020203" pitchFamily="34" charset="0"/>
              </a:rPr>
              <a:t>SyoReader</a:t>
            </a:r>
            <a:r>
              <a:rPr lang="fr-FR" sz="1400" b="1" dirty="0">
                <a:solidFill>
                  <a:srgbClr val="003A8D"/>
                </a:solidFill>
                <a:latin typeface="Segoe UI" panose="020B0502040204020203" pitchFamily="34" charset="0"/>
                <a:cs typeface="Segoe UI" panose="020B0502040204020203" pitchFamily="34" charset="0"/>
              </a:rPr>
              <a:t> et impacts sur les </a:t>
            </a:r>
            <a:r>
              <a:rPr lang="fr-FR" sz="1400" b="1" dirty="0" err="1">
                <a:solidFill>
                  <a:srgbClr val="003A8D"/>
                </a:solidFill>
                <a:latin typeface="Segoe UI" panose="020B0502040204020203" pitchFamily="34" charset="0"/>
                <a:cs typeface="Segoe UI" panose="020B0502040204020203" pitchFamily="34" charset="0"/>
              </a:rPr>
              <a:t>CWs</a:t>
            </a:r>
            <a:endParaRPr lang="fr-FR" sz="1400" b="1" dirty="0">
              <a:solidFill>
                <a:srgbClr val="003A8D"/>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058014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p:txBody>
          <a:bodyPr>
            <a:normAutofit fontScale="90000"/>
          </a:bodyPr>
          <a:lstStyle/>
          <a:p>
            <a:r>
              <a:rPr lang="fr-FR" sz="3200" b="1" cap="small" dirty="0">
                <a:latin typeface="Segoe UI" panose="020B0502040204020203" pitchFamily="34" charset="0"/>
                <a:cs typeface="Segoe UI" panose="020B0502040204020203" pitchFamily="34" charset="0"/>
              </a:rPr>
              <a:t>Refonte technique </a:t>
            </a:r>
            <a:r>
              <a:rPr lang="fr-FR" sz="3200" b="1" cap="small" dirty="0" err="1">
                <a:latin typeface="Segoe UI" panose="020B0502040204020203" pitchFamily="34" charset="0"/>
                <a:cs typeface="Segoe UI" panose="020B0502040204020203" pitchFamily="34" charset="0"/>
              </a:rPr>
              <a:t>SyoReader</a:t>
            </a:r>
            <a:r>
              <a:rPr lang="fr-FR" sz="3200" b="1" cap="small" dirty="0">
                <a:latin typeface="Segoe UI" panose="020B0502040204020203" pitchFamily="34" charset="0"/>
                <a:cs typeface="Segoe UI" panose="020B0502040204020203" pitchFamily="34" charset="0"/>
              </a:rPr>
              <a:t> et impacts sur les </a:t>
            </a:r>
            <a:r>
              <a:rPr lang="fr-FR" sz="3200" b="1" cap="small" dirty="0" err="1">
                <a:latin typeface="Segoe UI" panose="020B0502040204020203" pitchFamily="34" charset="0"/>
                <a:cs typeface="Segoe UI" panose="020B0502040204020203" pitchFamily="34" charset="0"/>
              </a:rPr>
              <a:t>CWs</a:t>
            </a:r>
            <a:endParaRPr lang="fr-FR" dirty="0"/>
          </a:p>
        </p:txBody>
      </p:sp>
      <p:sp>
        <p:nvSpPr>
          <p:cNvPr id="27" name="NB line">
            <a:extLst>
              <a:ext uri="{FF2B5EF4-FFF2-40B4-BE49-F238E27FC236}">
                <a16:creationId xmlns:a16="http://schemas.microsoft.com/office/drawing/2014/main" id="{05D571C0-0EEE-AF4E-EBBC-C33A4A9CF1AD}"/>
              </a:ext>
            </a:extLst>
          </p:cNvPr>
          <p:cNvSpPr txBox="1"/>
          <p:nvPr/>
        </p:nvSpPr>
        <p:spPr>
          <a:xfrm>
            <a:off x="952491" y="5544595"/>
            <a:ext cx="11027664" cy="783634"/>
          </a:xfrm>
          <a:prstGeom prst="rect">
            <a:avLst/>
          </a:prstGeom>
        </p:spPr>
        <p:txBody>
          <a:bodyPr wrap="square">
            <a:normAutofit/>
          </a:bodyPr>
          <a:lstStyle/>
          <a:p>
            <a:pPr marL="171450" indent="-171450" algn="l">
              <a:buFont typeface="Arial" panose="020B0604020202020204" pitchFamily="34" charset="0"/>
              <a:buChar char="•"/>
            </a:pPr>
            <a:r>
              <a:rPr lang="fr-FR" sz="950" dirty="0">
                <a:solidFill>
                  <a:schemeClr val="tx1"/>
                </a:solidFill>
                <a:latin typeface="Segoe UI" panose="020B0502040204020203" pitchFamily="34" charset="0"/>
                <a:cs typeface="Segoe UI" panose="020B0502040204020203" pitchFamily="34" charset="0"/>
              </a:rPr>
              <a:t>La liste des l’ensemble des objets exposés par </a:t>
            </a:r>
            <a:r>
              <a:rPr lang="fr-FR" sz="950" dirty="0" err="1">
                <a:solidFill>
                  <a:schemeClr val="tx1"/>
                </a:solidFill>
                <a:latin typeface="Segoe UI" panose="020B0502040204020203" pitchFamily="34" charset="0"/>
                <a:cs typeface="Segoe UI" panose="020B0502040204020203" pitchFamily="34" charset="0"/>
              </a:rPr>
              <a:t>SyoReader</a:t>
            </a:r>
            <a:r>
              <a:rPr lang="fr-FR" sz="950" dirty="0">
                <a:solidFill>
                  <a:schemeClr val="tx1"/>
                </a:solidFill>
                <a:latin typeface="Segoe UI" panose="020B0502040204020203" pitchFamily="34" charset="0"/>
                <a:cs typeface="Segoe UI" panose="020B0502040204020203" pitchFamily="34" charset="0"/>
              </a:rPr>
              <a:t> sont sur </a:t>
            </a:r>
            <a:r>
              <a:rPr lang="fr-FR" sz="950" dirty="0">
                <a:latin typeface="Segoe UI" panose="020B0502040204020203" pitchFamily="34" charset="0"/>
                <a:cs typeface="Segoe UI" panose="020B0502040204020203" pitchFamily="34" charset="0"/>
                <a:hlinkClick r:id="rId3"/>
              </a:rPr>
              <a:t>ce lien</a:t>
            </a:r>
            <a:endParaRPr lang="fr-FR" sz="950" dirty="0">
              <a:solidFill>
                <a:schemeClr val="tx1"/>
              </a:solidFill>
              <a:latin typeface="Segoe UI" panose="020B0502040204020203" pitchFamily="34" charset="0"/>
              <a:cs typeface="Segoe UI" panose="020B0502040204020203" pitchFamily="34" charset="0"/>
            </a:endParaRPr>
          </a:p>
          <a:p>
            <a:pPr marL="171450" indent="-171450" algn="l">
              <a:buFont typeface="Arial" panose="020B0604020202020204" pitchFamily="34" charset="0"/>
              <a:buChar char="•"/>
            </a:pPr>
            <a:r>
              <a:rPr lang="fr-FR" sz="950" dirty="0">
                <a:latin typeface="Segoe UI" panose="020B0502040204020203" pitchFamily="34" charset="0"/>
                <a:cs typeface="Segoe UI" panose="020B0502040204020203" pitchFamily="34" charset="0"/>
              </a:rPr>
              <a:t>H620 (avec le support de H630) valide la listes des objets qui seront toujours exposés dans la version cible </a:t>
            </a:r>
            <a:r>
              <a:rPr lang="fr-FR" sz="950" dirty="0" err="1">
                <a:latin typeface="Segoe UI" panose="020B0502040204020203" pitchFamily="34" charset="0"/>
                <a:cs typeface="Segoe UI" panose="020B0502040204020203" pitchFamily="34" charset="0"/>
              </a:rPr>
              <a:t>SyoReader</a:t>
            </a:r>
            <a:endParaRPr lang="fr-FR" sz="950" dirty="0">
              <a:latin typeface="Segoe UI" panose="020B0502040204020203" pitchFamily="34" charset="0"/>
              <a:cs typeface="Segoe UI" panose="020B0502040204020203" pitchFamily="34" charset="0"/>
            </a:endParaRPr>
          </a:p>
          <a:p>
            <a:pPr marL="171450" indent="-171450" algn="l">
              <a:buFont typeface="Arial" panose="020B0604020202020204" pitchFamily="34" charset="0"/>
              <a:buChar char="•"/>
            </a:pPr>
            <a:r>
              <a:rPr lang="fr-FR" sz="950" dirty="0">
                <a:latin typeface="Segoe UI" panose="020B0502040204020203" pitchFamily="34" charset="0"/>
                <a:cs typeface="Segoe UI" panose="020B0502040204020203" pitchFamily="34" charset="0"/>
              </a:rPr>
              <a:t>Exploiter le CW </a:t>
            </a:r>
            <a:r>
              <a:rPr lang="fr-FR" sz="950" dirty="0" err="1">
                <a:latin typeface="Segoe UI" panose="020B0502040204020203" pitchFamily="34" charset="0"/>
                <a:cs typeface="Segoe UI" panose="020B0502040204020203" pitchFamily="34" charset="0"/>
              </a:rPr>
              <a:t>Screener</a:t>
            </a:r>
            <a:r>
              <a:rPr lang="fr-FR" sz="950" dirty="0">
                <a:latin typeface="Segoe UI" panose="020B0502040204020203" pitchFamily="34" charset="0"/>
                <a:cs typeface="Segoe UI" panose="020B0502040204020203" pitchFamily="34" charset="0"/>
              </a:rPr>
              <a:t> pour identifier les </a:t>
            </a:r>
            <a:r>
              <a:rPr lang="fr-FR" sz="950" dirty="0" err="1">
                <a:latin typeface="Segoe UI" panose="020B0502040204020203" pitchFamily="34" charset="0"/>
                <a:cs typeface="Segoe UI" panose="020B0502040204020203" pitchFamily="34" charset="0"/>
              </a:rPr>
              <a:t>CWs</a:t>
            </a:r>
            <a:r>
              <a:rPr lang="fr-FR" sz="950" dirty="0">
                <a:latin typeface="Segoe UI" panose="020B0502040204020203" pitchFamily="34" charset="0"/>
                <a:cs typeface="Segoe UI" panose="020B0502040204020203" pitchFamily="34" charset="0"/>
              </a:rPr>
              <a:t> qui exploitent des méthodes qui ne seront plus maintenues (par H550)</a:t>
            </a:r>
          </a:p>
          <a:p>
            <a:pPr marL="171450" indent="-171450">
              <a:buFont typeface="Arial" panose="020B0604020202020204" pitchFamily="34" charset="0"/>
              <a:buChar char="•"/>
            </a:pPr>
            <a:r>
              <a:rPr lang="fr-FR" sz="950" dirty="0" err="1">
                <a:solidFill>
                  <a:schemeClr val="tx1"/>
                </a:solidFill>
                <a:latin typeface="Segoe UI" panose="020B0502040204020203" pitchFamily="34" charset="0"/>
                <a:cs typeface="Segoe UI" panose="020B0502040204020203" pitchFamily="34" charset="0"/>
              </a:rPr>
              <a:t>Anlayse</a:t>
            </a:r>
            <a:r>
              <a:rPr lang="fr-FR" sz="950" dirty="0">
                <a:solidFill>
                  <a:schemeClr val="tx1"/>
                </a:solidFill>
                <a:latin typeface="Segoe UI" panose="020B0502040204020203" pitchFamily="34" charset="0"/>
                <a:cs typeface="Segoe UI" panose="020B0502040204020203" pitchFamily="34" charset="0"/>
              </a:rPr>
              <a:t> H620 des méthodes </a:t>
            </a:r>
            <a:r>
              <a:rPr lang="fr-FR" sz="950" dirty="0" err="1">
                <a:solidFill>
                  <a:schemeClr val="tx1"/>
                </a:solidFill>
                <a:latin typeface="Segoe UI" panose="020B0502040204020203" pitchFamily="34" charset="0"/>
                <a:cs typeface="Segoe UI" panose="020B0502040204020203" pitchFamily="34" charset="0"/>
              </a:rPr>
              <a:t>SyoReader</a:t>
            </a:r>
            <a:r>
              <a:rPr lang="fr-FR" sz="950" dirty="0">
                <a:latin typeface="Segoe UI" panose="020B0502040204020203" pitchFamily="34" charset="0"/>
                <a:cs typeface="Segoe UI" panose="020B0502040204020203" pitchFamily="34" charset="0"/>
              </a:rPr>
              <a:t> : </a:t>
            </a:r>
            <a:r>
              <a:rPr kumimoji="0" lang="fr-FR" altLang="fr-FR" sz="9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https://moss-si.cm-cic.fr/Sites/D00116/Documentation/_layouts/15/DocIdRedir.aspx?ID=PJQFUVHKSAJQ-1373287592-273070 </a:t>
            </a:r>
          </a:p>
          <a:p>
            <a:endParaRPr kumimoji="0" lang="fr-FR" altLang="fr-FR" sz="1600" b="0" i="0" u="none" strike="noStrike" cap="none" normalizeH="0" baseline="0" dirty="0">
              <a:ln>
                <a:noFill/>
              </a:ln>
              <a:solidFill>
                <a:schemeClr val="tx1"/>
              </a:solidFill>
              <a:effectLst/>
              <a:latin typeface="Arial" panose="020B0604020202020204" pitchFamily="34" charset="0"/>
            </a:endParaRPr>
          </a:p>
          <a:p>
            <a:pPr algn="l"/>
            <a:endParaRPr lang="fr-FR" sz="950" dirty="0">
              <a:solidFill>
                <a:schemeClr val="tx1"/>
              </a:solidFill>
              <a:latin typeface="Segoe UI" panose="020B0502040204020203" pitchFamily="34" charset="0"/>
              <a:cs typeface="Segoe UI" panose="020B0502040204020203" pitchFamily="34" charset="0"/>
            </a:endParaRPr>
          </a:p>
        </p:txBody>
      </p:sp>
      <p:pic>
        <p:nvPicPr>
          <p:cNvPr id="12" name="Image 11">
            <a:extLst>
              <a:ext uri="{FF2B5EF4-FFF2-40B4-BE49-F238E27FC236}">
                <a16:creationId xmlns:a16="http://schemas.microsoft.com/office/drawing/2014/main" id="{C2677A1B-32CE-0C36-A5B5-6E6708547733}"/>
              </a:ext>
            </a:extLst>
          </p:cNvPr>
          <p:cNvPicPr>
            <a:picLocks noChangeAspect="1"/>
          </p:cNvPicPr>
          <p:nvPr/>
        </p:nvPicPr>
        <p:blipFill>
          <a:blip r:embed="rId4"/>
          <a:stretch>
            <a:fillRect/>
          </a:stretch>
        </p:blipFill>
        <p:spPr>
          <a:xfrm>
            <a:off x="666071" y="1221859"/>
            <a:ext cx="6839630" cy="4182748"/>
          </a:xfrm>
          <a:prstGeom prst="rect">
            <a:avLst/>
          </a:prstGeom>
        </p:spPr>
      </p:pic>
      <p:sp>
        <p:nvSpPr>
          <p:cNvPr id="13" name="Rectangle 12">
            <a:extLst>
              <a:ext uri="{FF2B5EF4-FFF2-40B4-BE49-F238E27FC236}">
                <a16:creationId xmlns:a16="http://schemas.microsoft.com/office/drawing/2014/main" id="{A4BD1FBC-2EE3-DCA5-BA94-7EB46583599F}"/>
              </a:ext>
            </a:extLst>
          </p:cNvPr>
          <p:cNvSpPr/>
          <p:nvPr/>
        </p:nvSpPr>
        <p:spPr>
          <a:xfrm>
            <a:off x="8387103" y="1529956"/>
            <a:ext cx="2948554" cy="521208"/>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200" b="1" dirty="0">
                <a:solidFill>
                  <a:schemeClr val="bg1"/>
                </a:solidFill>
                <a:latin typeface="Segoe UI" panose="020B0502040204020203" pitchFamily="34" charset="0"/>
                <a:cs typeface="Segoe UI" panose="020B0502040204020203" pitchFamily="34" charset="0"/>
              </a:rPr>
              <a:t>Méthodes Candidats cibles :</a:t>
            </a:r>
          </a:p>
        </p:txBody>
      </p:sp>
      <p:sp>
        <p:nvSpPr>
          <p:cNvPr id="14" name="Rectangle 13">
            <a:extLst>
              <a:ext uri="{FF2B5EF4-FFF2-40B4-BE49-F238E27FC236}">
                <a16:creationId xmlns:a16="http://schemas.microsoft.com/office/drawing/2014/main" id="{ECD006FF-B107-4B58-D8AA-A96EBFEC21E1}"/>
              </a:ext>
            </a:extLst>
          </p:cNvPr>
          <p:cNvSpPr/>
          <p:nvPr/>
        </p:nvSpPr>
        <p:spPr>
          <a:xfrm>
            <a:off x="8387103" y="2088193"/>
            <a:ext cx="2948554" cy="521208"/>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100" b="1" dirty="0" err="1">
                <a:solidFill>
                  <a:schemeClr val="tx1"/>
                </a:solidFill>
                <a:effectLst/>
                <a:highlight>
                  <a:srgbClr val="FFFFFF"/>
                </a:highlight>
                <a:latin typeface="Segoe UI" panose="020B0502040204020203" pitchFamily="34" charset="0"/>
                <a:ea typeface="Calibri" panose="020F0502020204030204" pitchFamily="34" charset="0"/>
                <a:cs typeface="Segoe UI" panose="020B0502040204020203" pitchFamily="34" charset="0"/>
              </a:rPr>
              <a:t>GetClassificationPageAsync</a:t>
            </a:r>
            <a:r>
              <a:rPr lang="fr-FR" sz="1100" b="1" dirty="0">
                <a:solidFill>
                  <a:schemeClr val="tx1"/>
                </a:solidFill>
                <a:latin typeface="Segoe UI" panose="020B0502040204020203" pitchFamily="34" charset="0"/>
                <a:cs typeface="Segoe UI" panose="020B0502040204020203" pitchFamily="34" charset="0"/>
              </a:rPr>
              <a:t> </a:t>
            </a:r>
          </a:p>
        </p:txBody>
      </p:sp>
      <p:sp>
        <p:nvSpPr>
          <p:cNvPr id="15" name="Rectangle 14">
            <a:extLst>
              <a:ext uri="{FF2B5EF4-FFF2-40B4-BE49-F238E27FC236}">
                <a16:creationId xmlns:a16="http://schemas.microsoft.com/office/drawing/2014/main" id="{69FB958D-F2A0-5F63-5BC9-CD3B442896CE}"/>
              </a:ext>
            </a:extLst>
          </p:cNvPr>
          <p:cNvSpPr/>
          <p:nvPr/>
        </p:nvSpPr>
        <p:spPr>
          <a:xfrm>
            <a:off x="8387103" y="2727540"/>
            <a:ext cx="2948554" cy="521208"/>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100" b="1" dirty="0" err="1">
                <a:solidFill>
                  <a:schemeClr val="tx1"/>
                </a:solidFill>
                <a:effectLst/>
                <a:highlight>
                  <a:srgbClr val="FFFFFF"/>
                </a:highlight>
                <a:latin typeface="Segoe UI" panose="020B0502040204020203" pitchFamily="34" charset="0"/>
                <a:ea typeface="Calibri" panose="020F0502020204030204" pitchFamily="34" charset="0"/>
                <a:cs typeface="Segoe UI" panose="020B0502040204020203" pitchFamily="34" charset="0"/>
              </a:rPr>
              <a:t>GetExtractionPage</a:t>
            </a:r>
            <a:endParaRPr lang="fr-FR" sz="1100" b="1" dirty="0">
              <a:solidFill>
                <a:schemeClr val="tx1"/>
              </a:solidFill>
              <a:latin typeface="Segoe UI" panose="020B0502040204020203" pitchFamily="34" charset="0"/>
              <a:cs typeface="Segoe UI" panose="020B0502040204020203" pitchFamily="34" charset="0"/>
            </a:endParaRPr>
          </a:p>
        </p:txBody>
      </p:sp>
      <p:sp>
        <p:nvSpPr>
          <p:cNvPr id="17" name="Rectangle 16">
            <a:extLst>
              <a:ext uri="{FF2B5EF4-FFF2-40B4-BE49-F238E27FC236}">
                <a16:creationId xmlns:a16="http://schemas.microsoft.com/office/drawing/2014/main" id="{9D0C3C75-D5A1-39E1-BA87-F21966544AE2}"/>
              </a:ext>
            </a:extLst>
          </p:cNvPr>
          <p:cNvSpPr/>
          <p:nvPr/>
        </p:nvSpPr>
        <p:spPr>
          <a:xfrm>
            <a:off x="8387103" y="3370516"/>
            <a:ext cx="2948554" cy="521208"/>
          </a:xfrm>
          <a:prstGeom prst="rect">
            <a:avLst/>
          </a:prstGeom>
          <a:solidFill>
            <a:schemeClr val="accent4">
              <a:lumMod val="20000"/>
              <a:lumOff val="8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100" b="1" dirty="0" err="1">
                <a:solidFill>
                  <a:schemeClr val="tx1"/>
                </a:solidFill>
                <a:latin typeface="Segoe UI" panose="020B0502040204020203" pitchFamily="34" charset="0"/>
                <a:cs typeface="Segoe UI" panose="020B0502040204020203" pitchFamily="34" charset="0"/>
              </a:rPr>
              <a:t>GetCheque</a:t>
            </a:r>
            <a:endParaRPr lang="fr-FR" sz="1100" b="1" dirty="0">
              <a:solidFill>
                <a:schemeClr val="tx1"/>
              </a:solidFill>
              <a:latin typeface="Segoe UI" panose="020B0502040204020203" pitchFamily="34" charset="0"/>
              <a:cs typeface="Segoe UI" panose="020B0502040204020203" pitchFamily="34" charset="0"/>
            </a:endParaRPr>
          </a:p>
        </p:txBody>
      </p:sp>
      <p:sp>
        <p:nvSpPr>
          <p:cNvPr id="18" name="Rectangle 17">
            <a:extLst>
              <a:ext uri="{FF2B5EF4-FFF2-40B4-BE49-F238E27FC236}">
                <a16:creationId xmlns:a16="http://schemas.microsoft.com/office/drawing/2014/main" id="{5056C910-7127-5B39-B2D7-2E5CC75E8389}"/>
              </a:ext>
            </a:extLst>
          </p:cNvPr>
          <p:cNvSpPr/>
          <p:nvPr/>
        </p:nvSpPr>
        <p:spPr>
          <a:xfrm>
            <a:off x="8387103" y="4008953"/>
            <a:ext cx="2948554" cy="521208"/>
          </a:xfrm>
          <a:prstGeom prst="rect">
            <a:avLst/>
          </a:prstGeom>
          <a:solidFill>
            <a:schemeClr val="accent4">
              <a:lumMod val="20000"/>
              <a:lumOff val="8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100" b="1" dirty="0" err="1">
                <a:solidFill>
                  <a:schemeClr val="tx1"/>
                </a:solidFill>
                <a:latin typeface="Segoe UI" panose="020B0502040204020203" pitchFamily="34" charset="0"/>
                <a:cs typeface="Segoe UI" panose="020B0502040204020203" pitchFamily="34" charset="0"/>
              </a:rPr>
              <a:t>GetAmount</a:t>
            </a:r>
            <a:endParaRPr lang="fr-FR" sz="1100" b="1" dirty="0">
              <a:solidFill>
                <a:schemeClr val="tx1"/>
              </a:solidFill>
              <a:latin typeface="Segoe UI" panose="020B0502040204020203" pitchFamily="34" charset="0"/>
              <a:cs typeface="Segoe UI" panose="020B0502040204020203" pitchFamily="34" charset="0"/>
            </a:endParaRPr>
          </a:p>
        </p:txBody>
      </p:sp>
      <p:sp>
        <p:nvSpPr>
          <p:cNvPr id="23" name="Espace réservé du texte 4">
            <a:extLst>
              <a:ext uri="{FF2B5EF4-FFF2-40B4-BE49-F238E27FC236}">
                <a16:creationId xmlns:a16="http://schemas.microsoft.com/office/drawing/2014/main" id="{C0A5F1BF-9478-535B-7AC6-4C623F5F5C90}"/>
              </a:ext>
            </a:extLst>
          </p:cNvPr>
          <p:cNvSpPr txBox="1">
            <a:spLocks/>
          </p:cNvSpPr>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b="1" dirty="0">
                <a:solidFill>
                  <a:srgbClr val="003A8D"/>
                </a:solidFill>
                <a:latin typeface="Segoe UI" panose="020B0502040204020203" pitchFamily="34" charset="0"/>
                <a:cs typeface="Segoe UI" panose="020B0502040204020203" pitchFamily="34" charset="0"/>
              </a:rPr>
              <a:t>Impact de la refonte </a:t>
            </a:r>
            <a:r>
              <a:rPr lang="fr-FR" sz="1400" b="1" dirty="0" err="1">
                <a:solidFill>
                  <a:srgbClr val="003A8D"/>
                </a:solidFill>
                <a:latin typeface="Segoe UI" panose="020B0502040204020203" pitchFamily="34" charset="0"/>
                <a:cs typeface="Segoe UI" panose="020B0502040204020203" pitchFamily="34" charset="0"/>
              </a:rPr>
              <a:t>SyoReader</a:t>
            </a:r>
            <a:r>
              <a:rPr lang="fr-FR" sz="1400" b="1" dirty="0">
                <a:solidFill>
                  <a:srgbClr val="003A8D"/>
                </a:solidFill>
                <a:latin typeface="Segoe UI" panose="020B0502040204020203" pitchFamily="34" charset="0"/>
                <a:cs typeface="Segoe UI" panose="020B0502040204020203" pitchFamily="34" charset="0"/>
              </a:rPr>
              <a:t> et impacts sur les </a:t>
            </a:r>
            <a:r>
              <a:rPr lang="fr-FR" sz="1400" b="1" dirty="0" err="1">
                <a:solidFill>
                  <a:srgbClr val="003A8D"/>
                </a:solidFill>
                <a:latin typeface="Segoe UI" panose="020B0502040204020203" pitchFamily="34" charset="0"/>
                <a:cs typeface="Segoe UI" panose="020B0502040204020203" pitchFamily="34" charset="0"/>
              </a:rPr>
              <a:t>CWs</a:t>
            </a:r>
            <a:endParaRPr lang="fr-FR" sz="1400" b="1" dirty="0">
              <a:solidFill>
                <a:srgbClr val="003A8D"/>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93211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p:txBody>
          <a:bodyPr>
            <a:normAutofit fontScale="90000"/>
          </a:bodyPr>
          <a:lstStyle/>
          <a:p>
            <a:r>
              <a:rPr lang="fr-FR" sz="3200" b="1" cap="small" dirty="0">
                <a:latin typeface="Segoe UI" panose="020B0502040204020203" pitchFamily="34" charset="0"/>
                <a:cs typeface="Segoe UI" panose="020B0502040204020203" pitchFamily="34" charset="0"/>
              </a:rPr>
              <a:t>Refonte technique </a:t>
            </a:r>
            <a:r>
              <a:rPr lang="fr-FR" sz="3200" b="1" cap="small" dirty="0" err="1">
                <a:latin typeface="Segoe UI" panose="020B0502040204020203" pitchFamily="34" charset="0"/>
                <a:cs typeface="Segoe UI" panose="020B0502040204020203" pitchFamily="34" charset="0"/>
              </a:rPr>
              <a:t>SyoReader</a:t>
            </a:r>
            <a:r>
              <a:rPr lang="fr-FR" sz="3200" b="1" cap="small" dirty="0">
                <a:latin typeface="Segoe UI" panose="020B0502040204020203" pitchFamily="34" charset="0"/>
                <a:cs typeface="Segoe UI" panose="020B0502040204020203" pitchFamily="34" charset="0"/>
              </a:rPr>
              <a:t> et impacts sur les </a:t>
            </a:r>
            <a:r>
              <a:rPr lang="fr-FR" sz="3200" b="1" cap="small" dirty="0" err="1">
                <a:latin typeface="Segoe UI" panose="020B0502040204020203" pitchFamily="34" charset="0"/>
                <a:cs typeface="Segoe UI" panose="020B0502040204020203" pitchFamily="34" charset="0"/>
              </a:rPr>
              <a:t>CWs</a:t>
            </a:r>
            <a:endParaRPr lang="fr-FR" dirty="0"/>
          </a:p>
        </p:txBody>
      </p:sp>
      <p:sp>
        <p:nvSpPr>
          <p:cNvPr id="60" name="Espace réservé du texte 4">
            <a:extLst>
              <a:ext uri="{FF2B5EF4-FFF2-40B4-BE49-F238E27FC236}">
                <a16:creationId xmlns:a16="http://schemas.microsoft.com/office/drawing/2014/main" id="{615768C4-2528-4BED-B92B-DFD23D135E48}"/>
              </a:ext>
            </a:extLst>
          </p:cNvPr>
          <p:cNvSpPr txBox="1">
            <a:spLocks/>
          </p:cNvSpPr>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b="1" dirty="0">
                <a:solidFill>
                  <a:srgbClr val="003A8D"/>
                </a:solidFill>
                <a:latin typeface="Segoe UI" panose="020B0502040204020203" pitchFamily="34" charset="0"/>
                <a:cs typeface="Segoe UI" panose="020B0502040204020203" pitchFamily="34" charset="0"/>
              </a:rPr>
              <a:t>Impact de la refonte </a:t>
            </a:r>
            <a:r>
              <a:rPr lang="fr-FR" sz="1400" b="1" dirty="0" err="1">
                <a:solidFill>
                  <a:srgbClr val="003A8D"/>
                </a:solidFill>
                <a:latin typeface="Segoe UI" panose="020B0502040204020203" pitchFamily="34" charset="0"/>
                <a:cs typeface="Segoe UI" panose="020B0502040204020203" pitchFamily="34" charset="0"/>
              </a:rPr>
              <a:t>SyoReader</a:t>
            </a:r>
            <a:r>
              <a:rPr lang="fr-FR" sz="1400" b="1" dirty="0">
                <a:solidFill>
                  <a:srgbClr val="003A8D"/>
                </a:solidFill>
                <a:latin typeface="Segoe UI" panose="020B0502040204020203" pitchFamily="34" charset="0"/>
                <a:cs typeface="Segoe UI" panose="020B0502040204020203" pitchFamily="34" charset="0"/>
              </a:rPr>
              <a:t> et impacts sur les </a:t>
            </a:r>
            <a:r>
              <a:rPr lang="fr-FR" sz="1400" b="1" dirty="0" err="1">
                <a:solidFill>
                  <a:srgbClr val="003A8D"/>
                </a:solidFill>
                <a:latin typeface="Segoe UI" panose="020B0502040204020203" pitchFamily="34" charset="0"/>
                <a:cs typeface="Segoe UI" panose="020B0502040204020203" pitchFamily="34" charset="0"/>
              </a:rPr>
              <a:t>CWs</a:t>
            </a:r>
            <a:endParaRPr lang="fr-FR" sz="1400" b="1" dirty="0">
              <a:solidFill>
                <a:srgbClr val="003A8D"/>
              </a:solidFill>
              <a:latin typeface="Segoe UI" panose="020B0502040204020203" pitchFamily="34" charset="0"/>
              <a:cs typeface="Segoe UI" panose="020B0502040204020203" pitchFamily="34" charset="0"/>
            </a:endParaRPr>
          </a:p>
        </p:txBody>
      </p:sp>
      <p:sp>
        <p:nvSpPr>
          <p:cNvPr id="301" name="Label Aujourdhui"/>
          <p:cNvSpPr txBox="1"/>
          <p:nvPr/>
        </p:nvSpPr>
        <p:spPr>
          <a:xfrm>
            <a:off x="768096" y="1207008"/>
            <a:ext cx="7315200" cy="237744"/>
          </a:xfrm>
          <a:prstGeom prst="rect">
            <a:avLst/>
          </a:prstGeom>
        </p:spPr>
        <p:txBody>
          <a:bodyPr wrap="square">
            <a:noAutofit/>
          </a:bodyPr>
          <a:lstStyle/>
          <a:p>
            <a:pPr algn="l"/>
            <a:r>
              <a:rPr lang="fr-FR" sz="1100" b="1" dirty="0">
                <a:solidFill>
                  <a:srgbClr val="003A8D"/>
                </a:solidFill>
                <a:latin typeface="Segoe UI" panose="020B0502040204020203" pitchFamily="34" charset="0"/>
                <a:cs typeface="Segoe UI" panose="020B0502040204020203" pitchFamily="34" charset="0"/>
              </a:rPr>
              <a:t>AUJOURD’HUI — Couplage direct au moteur OCR</a:t>
            </a:r>
          </a:p>
        </p:txBody>
      </p:sp>
      <p:sp>
        <p:nvSpPr>
          <p:cNvPr id="302" name="Box CW historique 1"/>
          <p:cNvSpPr/>
          <p:nvPr/>
        </p:nvSpPr>
        <p:spPr>
          <a:xfrm>
            <a:off x="768096" y="1517904"/>
            <a:ext cx="2103120" cy="36576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fr-FR" sz="900" dirty="0" err="1">
                <a:solidFill>
                  <a:schemeClr val="tx1"/>
                </a:solidFill>
                <a:latin typeface="Segoe UI" panose="020B0502040204020203" pitchFamily="34" charset="0"/>
                <a:cs typeface="Segoe UI" panose="020B0502040204020203" pitchFamily="34" charset="0"/>
              </a:rPr>
              <a:t>CWs</a:t>
            </a:r>
            <a:r>
              <a:rPr lang="fr-FR" sz="900" dirty="0">
                <a:solidFill>
                  <a:schemeClr val="tx1"/>
                </a:solidFill>
                <a:latin typeface="Segoe UI" panose="020B0502040204020203" pitchFamily="34" charset="0"/>
                <a:cs typeface="Segoe UI" panose="020B0502040204020203" pitchFamily="34" charset="0"/>
              </a:rPr>
              <a:t> historique</a:t>
            </a:r>
          </a:p>
        </p:txBody>
      </p:sp>
      <p:cxnSp>
        <p:nvCxnSpPr>
          <p:cNvPr id="303" name="Conn1"/>
          <p:cNvCxnSpPr/>
          <p:nvPr/>
        </p:nvCxnSpPr>
        <p:spPr>
          <a:xfrm>
            <a:off x="2871216" y="1700784"/>
            <a:ext cx="228600" cy="0"/>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04" name="Box Appel direct"/>
          <p:cNvSpPr/>
          <p:nvPr/>
        </p:nvSpPr>
        <p:spPr>
          <a:xfrm>
            <a:off x="3099816" y="1517904"/>
            <a:ext cx="3931920" cy="36576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fr-FR" sz="900" b="1" dirty="0">
                <a:solidFill>
                  <a:schemeClr val="bg1"/>
                </a:solidFill>
                <a:latin typeface="Segoe UI" panose="020B0502040204020203" pitchFamily="34" charset="0"/>
                <a:cs typeface="Segoe UI" panose="020B0502040204020203" pitchFamily="34" charset="0"/>
              </a:rPr>
              <a:t>Certains </a:t>
            </a:r>
            <a:r>
              <a:rPr lang="fr-FR" sz="900" b="1" dirty="0" err="1">
                <a:solidFill>
                  <a:schemeClr val="bg1"/>
                </a:solidFill>
                <a:latin typeface="Segoe UI" panose="020B0502040204020203" pitchFamily="34" charset="0"/>
                <a:cs typeface="Segoe UI" panose="020B0502040204020203" pitchFamily="34" charset="0"/>
              </a:rPr>
              <a:t>CWs</a:t>
            </a:r>
            <a:r>
              <a:rPr lang="fr-FR" sz="900" b="1" dirty="0">
                <a:solidFill>
                  <a:schemeClr val="bg1"/>
                </a:solidFill>
                <a:latin typeface="Segoe UI" panose="020B0502040204020203" pitchFamily="34" charset="0"/>
                <a:cs typeface="Segoe UI" panose="020B0502040204020203" pitchFamily="34" charset="0"/>
              </a:rPr>
              <a:t> appellent directement des méthodes de moteur OCR (ex. A2IA — montants. Méthode </a:t>
            </a:r>
            <a:r>
              <a:rPr lang="fr-FR" sz="900" b="1" dirty="0" err="1">
                <a:solidFill>
                  <a:schemeClr val="bg1"/>
                </a:solidFill>
                <a:latin typeface="Segoe UI" panose="020B0502040204020203" pitchFamily="34" charset="0"/>
                <a:cs typeface="Segoe UI" panose="020B0502040204020203" pitchFamily="34" charset="0"/>
              </a:rPr>
              <a:t>GetAmount</a:t>
            </a:r>
            <a:r>
              <a:rPr lang="fr-FR" sz="900" b="1" dirty="0">
                <a:solidFill>
                  <a:schemeClr val="bg1"/>
                </a:solidFill>
                <a:latin typeface="Segoe UI" panose="020B0502040204020203" pitchFamily="34" charset="0"/>
                <a:cs typeface="Segoe UI" panose="020B0502040204020203" pitchFamily="34" charset="0"/>
              </a:rPr>
              <a:t>)</a:t>
            </a:r>
          </a:p>
        </p:txBody>
      </p:sp>
      <p:sp>
        <p:nvSpPr>
          <p:cNvPr id="307" name="Label Cible"/>
          <p:cNvSpPr txBox="1"/>
          <p:nvPr/>
        </p:nvSpPr>
        <p:spPr>
          <a:xfrm>
            <a:off x="768096" y="2029968"/>
            <a:ext cx="7315200" cy="237744"/>
          </a:xfrm>
          <a:prstGeom prst="rect">
            <a:avLst/>
          </a:prstGeom>
        </p:spPr>
        <p:txBody>
          <a:bodyPr wrap="square">
            <a:noAutofit/>
          </a:bodyPr>
          <a:lstStyle/>
          <a:p>
            <a:pPr algn="l"/>
            <a:r>
              <a:rPr lang="fr-FR" sz="1100" b="1" dirty="0">
                <a:solidFill>
                  <a:srgbClr val="003A8D"/>
                </a:solidFill>
                <a:latin typeface="Segoe UI" panose="020B0502040204020203" pitchFamily="34" charset="0"/>
                <a:cs typeface="Segoe UI" panose="020B0502040204020203" pitchFamily="34" charset="0"/>
              </a:rPr>
              <a:t>CIBLE — Indépendance via SyoReader</a:t>
            </a:r>
          </a:p>
        </p:txBody>
      </p:sp>
      <p:sp>
        <p:nvSpPr>
          <p:cNvPr id="308" name="Box CW OCRUS"/>
          <p:cNvSpPr/>
          <p:nvPr/>
        </p:nvSpPr>
        <p:spPr>
          <a:xfrm>
            <a:off x="768096" y="2395728"/>
            <a:ext cx="2103120" cy="36576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fr-FR" sz="900" dirty="0" err="1">
                <a:solidFill>
                  <a:schemeClr val="tx1"/>
                </a:solidFill>
                <a:latin typeface="Segoe UI" panose="020B0502040204020203" pitchFamily="34" charset="0"/>
                <a:cs typeface="Segoe UI" panose="020B0502040204020203" pitchFamily="34" charset="0"/>
              </a:rPr>
              <a:t>CWs</a:t>
            </a:r>
            <a:endParaRPr lang="fr-FR" sz="900" dirty="0">
              <a:solidFill>
                <a:schemeClr val="tx1"/>
              </a:solidFill>
              <a:latin typeface="Segoe UI" panose="020B0502040204020203" pitchFamily="34" charset="0"/>
              <a:cs typeface="Segoe UI" panose="020B0502040204020203" pitchFamily="34" charset="0"/>
            </a:endParaRPr>
          </a:p>
        </p:txBody>
      </p:sp>
      <p:cxnSp>
        <p:nvCxnSpPr>
          <p:cNvPr id="309" name="Conn3"/>
          <p:cNvCxnSpPr/>
          <p:nvPr/>
        </p:nvCxnSpPr>
        <p:spPr>
          <a:xfrm>
            <a:off x="2871216" y="2578608"/>
            <a:ext cx="228600" cy="0"/>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10" name="Box Appel SyoReader"/>
          <p:cNvSpPr/>
          <p:nvPr/>
        </p:nvSpPr>
        <p:spPr>
          <a:xfrm>
            <a:off x="3099816" y="2395728"/>
            <a:ext cx="1920240" cy="36576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fr-FR" sz="950" b="1" dirty="0">
                <a:solidFill>
                  <a:schemeClr val="bg1"/>
                </a:solidFill>
                <a:latin typeface="Segoe UI" panose="020B0502040204020203" pitchFamily="34" charset="0"/>
                <a:cs typeface="Segoe UI" panose="020B0502040204020203" pitchFamily="34" charset="0"/>
              </a:rPr>
              <a:t>Appel SyoReader</a:t>
            </a:r>
          </a:p>
        </p:txBody>
      </p:sp>
      <p:cxnSp>
        <p:nvCxnSpPr>
          <p:cNvPr id="311" name="Conn4"/>
          <p:cNvCxnSpPr/>
          <p:nvPr/>
        </p:nvCxnSpPr>
        <p:spPr>
          <a:xfrm>
            <a:off x="5020056" y="2578608"/>
            <a:ext cx="228600" cy="0"/>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12" name="Box Moteur OCR"/>
          <p:cNvSpPr/>
          <p:nvPr/>
        </p:nvSpPr>
        <p:spPr>
          <a:xfrm>
            <a:off x="5248656" y="2395728"/>
            <a:ext cx="2286000" cy="36576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fr-FR" sz="900" dirty="0">
                <a:solidFill>
                  <a:schemeClr val="tx1"/>
                </a:solidFill>
                <a:latin typeface="Segoe UI" panose="020B0502040204020203" pitchFamily="34" charset="0"/>
                <a:cs typeface="Segoe UI" panose="020B0502040204020203" pitchFamily="34" charset="0"/>
              </a:rPr>
              <a:t>Moteur OCR (A2IA, autre…)</a:t>
            </a:r>
          </a:p>
        </p:txBody>
      </p:sp>
      <p:cxnSp>
        <p:nvCxnSpPr>
          <p:cNvPr id="313" name="Conn5"/>
          <p:cNvCxnSpPr/>
          <p:nvPr/>
        </p:nvCxnSpPr>
        <p:spPr>
          <a:xfrm>
            <a:off x="7534656" y="2578608"/>
            <a:ext cx="228600" cy="0"/>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14" name="Label independance"/>
          <p:cNvSpPr txBox="1"/>
          <p:nvPr/>
        </p:nvSpPr>
        <p:spPr>
          <a:xfrm>
            <a:off x="7763256" y="2450592"/>
            <a:ext cx="3246120" cy="365760"/>
          </a:xfrm>
          <a:prstGeom prst="rect">
            <a:avLst/>
          </a:prstGeom>
        </p:spPr>
        <p:txBody>
          <a:bodyPr wrap="square">
            <a:noAutofit/>
          </a:bodyPr>
          <a:lstStyle/>
          <a:p>
            <a:pPr algn="l"/>
            <a:r>
              <a:rPr lang="fr-FR" sz="950" i="1" dirty="0">
                <a:solidFill>
                  <a:schemeClr val="tx1"/>
                </a:solidFill>
                <a:latin typeface="Segoe UI" panose="020B0502040204020203" pitchFamily="34" charset="0"/>
                <a:cs typeface="Segoe UI" panose="020B0502040204020203" pitchFamily="34" charset="0"/>
              </a:rPr>
              <a:t>CW indépendant du moteur sous-jacent</a:t>
            </a:r>
          </a:p>
        </p:txBody>
      </p:sp>
      <p:sp>
        <p:nvSpPr>
          <p:cNvPr id="315" name="Label Trajectoire"/>
          <p:cNvSpPr txBox="1"/>
          <p:nvPr/>
        </p:nvSpPr>
        <p:spPr>
          <a:xfrm>
            <a:off x="768096" y="2907792"/>
            <a:ext cx="7772400" cy="237744"/>
          </a:xfrm>
          <a:prstGeom prst="rect">
            <a:avLst/>
          </a:prstGeom>
        </p:spPr>
        <p:txBody>
          <a:bodyPr wrap="square">
            <a:noAutofit/>
          </a:bodyPr>
          <a:lstStyle/>
          <a:p>
            <a:pPr algn="l"/>
            <a:r>
              <a:rPr lang="fr-FR" sz="1100" b="1" dirty="0">
                <a:solidFill>
                  <a:srgbClr val="003A8D"/>
                </a:solidFill>
                <a:latin typeface="Segoe UI" panose="020B0502040204020203" pitchFamily="34" charset="0"/>
                <a:cs typeface="Segoe UI" panose="020B0502040204020203" pitchFamily="34" charset="0"/>
              </a:rPr>
              <a:t>SCÉNARIO  DE BASCUL</a:t>
            </a:r>
          </a:p>
        </p:txBody>
      </p:sp>
      <p:sp>
        <p:nvSpPr>
          <p:cNvPr id="316" name="Box CW hist bascule"/>
          <p:cNvSpPr/>
          <p:nvPr/>
        </p:nvSpPr>
        <p:spPr>
          <a:xfrm>
            <a:off x="768096" y="3474720"/>
            <a:ext cx="2331720" cy="36576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fr-FR" sz="850" dirty="0">
                <a:solidFill>
                  <a:schemeClr val="tx1"/>
                </a:solidFill>
                <a:latin typeface="Segoe UI" panose="020B0502040204020203" pitchFamily="34" charset="0"/>
                <a:cs typeface="Segoe UI" panose="020B0502040204020203" pitchFamily="34" charset="0"/>
              </a:rPr>
              <a:t>Pour les </a:t>
            </a:r>
            <a:r>
              <a:rPr lang="fr-FR" sz="850" dirty="0" err="1">
                <a:solidFill>
                  <a:schemeClr val="tx1"/>
                </a:solidFill>
                <a:latin typeface="Segoe UI" panose="020B0502040204020203" pitchFamily="34" charset="0"/>
                <a:cs typeface="Segoe UI" panose="020B0502040204020203" pitchFamily="34" charset="0"/>
              </a:rPr>
              <a:t>CWs</a:t>
            </a:r>
            <a:r>
              <a:rPr lang="fr-FR" sz="850" dirty="0">
                <a:solidFill>
                  <a:schemeClr val="tx1"/>
                </a:solidFill>
                <a:latin typeface="Segoe UI" panose="020B0502040204020203" pitchFamily="34" charset="0"/>
                <a:cs typeface="Segoe UI" panose="020B0502040204020203" pitchFamily="34" charset="0"/>
              </a:rPr>
              <a:t> historiques (direct A2IA)</a:t>
            </a:r>
          </a:p>
        </p:txBody>
      </p:sp>
      <p:cxnSp>
        <p:nvCxnSpPr>
          <p:cNvPr id="317" name="Conn6"/>
          <p:cNvCxnSpPr/>
          <p:nvPr/>
        </p:nvCxnSpPr>
        <p:spPr>
          <a:xfrm>
            <a:off x="3099816" y="3657600"/>
            <a:ext cx="228600" cy="0"/>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18" name="Box Bascule SyoReader"/>
          <p:cNvSpPr/>
          <p:nvPr/>
        </p:nvSpPr>
        <p:spPr>
          <a:xfrm>
            <a:off x="3328416" y="3474720"/>
            <a:ext cx="2331720" cy="365760"/>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fr-FR" sz="900" b="1" dirty="0">
                <a:solidFill>
                  <a:schemeClr val="bg1"/>
                </a:solidFill>
                <a:latin typeface="Segoe UI" panose="020B0502040204020203" pitchFamily="34" charset="0"/>
                <a:cs typeface="Segoe UI" panose="020B0502040204020203" pitchFamily="34" charset="0"/>
              </a:rPr>
              <a:t>Etude d’impact Migration SyoReader</a:t>
            </a:r>
          </a:p>
        </p:txBody>
      </p:sp>
      <p:cxnSp>
        <p:nvCxnSpPr>
          <p:cNvPr id="319" name="Conn7"/>
          <p:cNvCxnSpPr/>
          <p:nvPr/>
        </p:nvCxnSpPr>
        <p:spPr>
          <a:xfrm>
            <a:off x="5660136" y="3657600"/>
            <a:ext cx="228600" cy="0"/>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20" name="Diamant NonRegression"/>
          <p:cNvSpPr/>
          <p:nvPr/>
        </p:nvSpPr>
        <p:spPr>
          <a:xfrm>
            <a:off x="5888736" y="3493008"/>
            <a:ext cx="274320" cy="329184"/>
          </a:xfrm>
          <a:prstGeom prst="diamond">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cxnSp>
        <p:nvCxnSpPr>
          <p:cNvPr id="321" name="Conn OK branch"/>
          <p:cNvCxnSpPr>
            <a:cxnSpLocks/>
            <a:stCxn id="320" idx="0"/>
            <a:endCxn id="322" idx="1"/>
          </p:cNvCxnSpPr>
          <p:nvPr/>
        </p:nvCxnSpPr>
        <p:spPr>
          <a:xfrm rot="5400000" flipH="1" flipV="1">
            <a:off x="6112764" y="3250692"/>
            <a:ext cx="155448" cy="329184"/>
          </a:xfrm>
          <a:prstGeom prst="bentConnector2">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22" name="Box NonReg OK"/>
          <p:cNvSpPr/>
          <p:nvPr/>
        </p:nvSpPr>
        <p:spPr>
          <a:xfrm>
            <a:off x="6355080" y="3172968"/>
            <a:ext cx="2148840" cy="329184"/>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fr-FR" sz="850" dirty="0">
                <a:solidFill>
                  <a:schemeClr val="tx1"/>
                </a:solidFill>
                <a:latin typeface="Segoe UI" panose="020B0502040204020203" pitchFamily="34" charset="0"/>
                <a:cs typeface="Segoe UI" panose="020B0502040204020203" pitchFamily="34" charset="0"/>
              </a:rPr>
              <a:t>Toutes les méthodes sont maintenues</a:t>
            </a:r>
          </a:p>
        </p:txBody>
      </p:sp>
      <p:cxnSp>
        <p:nvCxnSpPr>
          <p:cNvPr id="323" name="Conn OK-out"/>
          <p:cNvCxnSpPr/>
          <p:nvPr/>
        </p:nvCxnSpPr>
        <p:spPr>
          <a:xfrm>
            <a:off x="8503920" y="3337560"/>
            <a:ext cx="201168" cy="0"/>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24" name="Box Cible atteinte"/>
          <p:cNvSpPr/>
          <p:nvPr/>
        </p:nvSpPr>
        <p:spPr>
          <a:xfrm>
            <a:off x="8705088" y="3172968"/>
            <a:ext cx="2331720" cy="329184"/>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fr-FR" sz="850" b="1" dirty="0">
                <a:solidFill>
                  <a:schemeClr val="bg1"/>
                </a:solidFill>
                <a:latin typeface="Segoe UI" panose="020B0502040204020203" pitchFamily="34" charset="0"/>
                <a:cs typeface="Segoe UI" panose="020B0502040204020203" pitchFamily="34" charset="0"/>
              </a:rPr>
              <a:t>RAS</a:t>
            </a:r>
          </a:p>
        </p:txBody>
      </p:sp>
      <p:cxnSp>
        <p:nvCxnSpPr>
          <p:cNvPr id="325" name="Conn KO branch"/>
          <p:cNvCxnSpPr>
            <a:cxnSpLocks/>
            <a:stCxn id="320" idx="2"/>
            <a:endCxn id="326" idx="1"/>
          </p:cNvCxnSpPr>
          <p:nvPr/>
        </p:nvCxnSpPr>
        <p:spPr>
          <a:xfrm rot="16200000" flipH="1">
            <a:off x="5984033" y="3864054"/>
            <a:ext cx="393192" cy="309467"/>
          </a:xfrm>
          <a:prstGeom prst="bentConnector2">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26" name="Box NonReg KO"/>
          <p:cNvSpPr/>
          <p:nvPr/>
        </p:nvSpPr>
        <p:spPr>
          <a:xfrm>
            <a:off x="6335363" y="4050792"/>
            <a:ext cx="2148840" cy="329184"/>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lnSpcReduction="10000"/>
          </a:bodyPr>
          <a:lstStyle/>
          <a:p>
            <a:pPr algn="ctr"/>
            <a:r>
              <a:rPr lang="fr-FR" sz="850" dirty="0">
                <a:solidFill>
                  <a:schemeClr val="tx1"/>
                </a:solidFill>
                <a:latin typeface="Segoe UI" panose="020B0502040204020203" pitchFamily="34" charset="0"/>
                <a:cs typeface="Segoe UI" panose="020B0502040204020203" pitchFamily="34" charset="0"/>
              </a:rPr>
              <a:t>Au moins une méthode n’est pas maintenue</a:t>
            </a:r>
          </a:p>
        </p:txBody>
      </p:sp>
      <p:sp>
        <p:nvSpPr>
          <p:cNvPr id="330" name="NB line"/>
          <p:cNvSpPr txBox="1"/>
          <p:nvPr/>
        </p:nvSpPr>
        <p:spPr>
          <a:xfrm>
            <a:off x="801629" y="5484685"/>
            <a:ext cx="11027664" cy="411480"/>
          </a:xfrm>
          <a:prstGeom prst="rect">
            <a:avLst/>
          </a:prstGeom>
        </p:spPr>
        <p:txBody>
          <a:bodyPr wrap="square">
            <a:normAutofit/>
          </a:bodyPr>
          <a:lstStyle/>
          <a:p>
            <a:pPr algn="l"/>
            <a:r>
              <a:rPr lang="fr-FR" sz="900" b="1" i="1" dirty="0">
                <a:solidFill>
                  <a:schemeClr val="tx1"/>
                </a:solidFill>
                <a:latin typeface="Segoe UI" panose="020B0502040204020203" pitchFamily="34" charset="0"/>
                <a:cs typeface="Segoe UI" panose="020B0502040204020203" pitchFamily="34" charset="0"/>
              </a:rPr>
              <a:t>NB : </a:t>
            </a:r>
            <a:r>
              <a:rPr lang="fr-FR" sz="900" dirty="0">
                <a:solidFill>
                  <a:schemeClr val="tx1"/>
                </a:solidFill>
                <a:latin typeface="Segoe UI" panose="020B0502040204020203" pitchFamily="34" charset="0"/>
                <a:cs typeface="Segoe UI" panose="020B0502040204020203" pitchFamily="34" charset="0"/>
              </a:rPr>
              <a:t>Pour les flux rétro compatible avec l’évolution </a:t>
            </a:r>
            <a:r>
              <a:rPr lang="fr-FR" sz="900" dirty="0" err="1">
                <a:solidFill>
                  <a:schemeClr val="tx1"/>
                </a:solidFill>
                <a:latin typeface="Segoe UI" panose="020B0502040204020203" pitchFamily="34" charset="0"/>
                <a:cs typeface="Segoe UI" panose="020B0502040204020203" pitchFamily="34" charset="0"/>
              </a:rPr>
              <a:t>SyoReader</a:t>
            </a:r>
            <a:r>
              <a:rPr lang="fr-FR" sz="900" dirty="0">
                <a:solidFill>
                  <a:schemeClr val="tx1"/>
                </a:solidFill>
                <a:latin typeface="Segoe UI" panose="020B0502040204020203" pitchFamily="34" charset="0"/>
                <a:cs typeface="Segoe UI" panose="020B0502040204020203" pitchFamily="34" charset="0"/>
              </a:rPr>
              <a:t>. La bascule est à réaliser flux par flux, avec un jeu de tests de non-régression dédié avant toute mise en production (sous Contrôle de H560 pour valider les performance).</a:t>
            </a:r>
          </a:p>
        </p:txBody>
      </p:sp>
      <p:sp>
        <p:nvSpPr>
          <p:cNvPr id="3" name="NB line">
            <a:extLst>
              <a:ext uri="{FF2B5EF4-FFF2-40B4-BE49-F238E27FC236}">
                <a16:creationId xmlns:a16="http://schemas.microsoft.com/office/drawing/2014/main" id="{05D571C0-0EEE-AF4E-EBBC-C33A4A9CF1AD}"/>
              </a:ext>
            </a:extLst>
          </p:cNvPr>
          <p:cNvSpPr txBox="1"/>
          <p:nvPr/>
        </p:nvSpPr>
        <p:spPr>
          <a:xfrm>
            <a:off x="821531" y="6055047"/>
            <a:ext cx="11027664" cy="521208"/>
          </a:xfrm>
          <a:prstGeom prst="rect">
            <a:avLst/>
          </a:prstGeom>
        </p:spPr>
        <p:txBody>
          <a:bodyPr wrap="square">
            <a:normAutofit lnSpcReduction="10000"/>
          </a:bodyPr>
          <a:lstStyle/>
          <a:p>
            <a:pPr algn="l"/>
            <a:r>
              <a:rPr lang="fr-FR" sz="950" dirty="0">
                <a:solidFill>
                  <a:schemeClr val="tx1"/>
                </a:solidFill>
                <a:latin typeface="Segoe UI" panose="020B0502040204020203" pitchFamily="34" charset="0"/>
                <a:cs typeface="Segoe UI" panose="020B0502040204020203" pitchFamily="34" charset="0"/>
              </a:rPr>
              <a:t>La liste des l’ensemble des objets exposé par </a:t>
            </a:r>
            <a:r>
              <a:rPr lang="fr-FR" sz="950" dirty="0" err="1">
                <a:solidFill>
                  <a:schemeClr val="tx1"/>
                </a:solidFill>
                <a:latin typeface="Segoe UI" panose="020B0502040204020203" pitchFamily="34" charset="0"/>
                <a:cs typeface="Segoe UI" panose="020B0502040204020203" pitchFamily="34" charset="0"/>
              </a:rPr>
              <a:t>SyoReader</a:t>
            </a:r>
            <a:r>
              <a:rPr lang="fr-FR" sz="950" dirty="0">
                <a:solidFill>
                  <a:schemeClr val="tx1"/>
                </a:solidFill>
                <a:latin typeface="Segoe UI" panose="020B0502040204020203" pitchFamily="34" charset="0"/>
                <a:cs typeface="Segoe UI" panose="020B0502040204020203" pitchFamily="34" charset="0"/>
              </a:rPr>
              <a:t> sont sur : </a:t>
            </a:r>
            <a:r>
              <a:rPr lang="fr-FR" sz="950" dirty="0">
                <a:solidFill>
                  <a:schemeClr val="tx1"/>
                </a:solidFill>
                <a:latin typeface="Segoe UI" panose="020B0502040204020203" pitchFamily="34" charset="0"/>
                <a:cs typeface="Segoe UI" panose="020B0502040204020203" pitchFamily="34" charset="0"/>
                <a:hlinkClick r:id="rId3"/>
              </a:rPr>
              <a:t>https://moss-si.cm-cic.fr/Sites/D00116/Documentation/_layouts/15/DocIdRedir.aspx?ID=PJQFUVHKSAJQ-1373287592-274501</a:t>
            </a:r>
            <a:endParaRPr lang="fr-FR" sz="950" dirty="0">
              <a:solidFill>
                <a:schemeClr val="tx1"/>
              </a:solidFill>
              <a:latin typeface="Segoe UI" panose="020B0502040204020203" pitchFamily="34" charset="0"/>
              <a:cs typeface="Segoe UI" panose="020B0502040204020203" pitchFamily="34" charset="0"/>
            </a:endParaRPr>
          </a:p>
          <a:p>
            <a:pPr algn="l"/>
            <a:r>
              <a:rPr lang="fr-FR" sz="950" dirty="0">
                <a:latin typeface="Segoe UI" panose="020B0502040204020203" pitchFamily="34" charset="0"/>
                <a:cs typeface="Segoe UI" panose="020B0502040204020203" pitchFamily="34" charset="0"/>
              </a:rPr>
              <a:t>H620 (avec le support de H630) valide la listes des objets qui seront toujours exposés dans la version cible </a:t>
            </a:r>
            <a:r>
              <a:rPr lang="fr-FR" sz="950" dirty="0" err="1">
                <a:latin typeface="Segoe UI" panose="020B0502040204020203" pitchFamily="34" charset="0"/>
                <a:cs typeface="Segoe UI" panose="020B0502040204020203" pitchFamily="34" charset="0"/>
              </a:rPr>
              <a:t>SyoReader</a:t>
            </a:r>
            <a:endParaRPr lang="fr-FR" sz="950" dirty="0">
              <a:latin typeface="Segoe UI" panose="020B0502040204020203" pitchFamily="34" charset="0"/>
              <a:cs typeface="Segoe UI" panose="020B0502040204020203" pitchFamily="34" charset="0"/>
            </a:endParaRPr>
          </a:p>
          <a:p>
            <a:pPr algn="l"/>
            <a:r>
              <a:rPr lang="fr-FR" sz="950" dirty="0">
                <a:latin typeface="Segoe UI" panose="020B0502040204020203" pitchFamily="34" charset="0"/>
                <a:cs typeface="Segoe UI" panose="020B0502040204020203" pitchFamily="34" charset="0"/>
              </a:rPr>
              <a:t>Exploiter le CW </a:t>
            </a:r>
            <a:r>
              <a:rPr lang="fr-FR" sz="950" dirty="0" err="1">
                <a:latin typeface="Segoe UI" panose="020B0502040204020203" pitchFamily="34" charset="0"/>
                <a:cs typeface="Segoe UI" panose="020B0502040204020203" pitchFamily="34" charset="0"/>
              </a:rPr>
              <a:t>Screener</a:t>
            </a:r>
            <a:r>
              <a:rPr lang="fr-FR" sz="950" dirty="0">
                <a:latin typeface="Segoe UI" panose="020B0502040204020203" pitchFamily="34" charset="0"/>
                <a:cs typeface="Segoe UI" panose="020B0502040204020203" pitchFamily="34" charset="0"/>
              </a:rPr>
              <a:t> pour identifier les </a:t>
            </a:r>
            <a:r>
              <a:rPr lang="fr-FR" sz="950" dirty="0" err="1">
                <a:latin typeface="Segoe UI" panose="020B0502040204020203" pitchFamily="34" charset="0"/>
                <a:cs typeface="Segoe UI" panose="020B0502040204020203" pitchFamily="34" charset="0"/>
              </a:rPr>
              <a:t>CWs</a:t>
            </a:r>
            <a:r>
              <a:rPr lang="fr-FR" sz="950" dirty="0">
                <a:latin typeface="Segoe UI" panose="020B0502040204020203" pitchFamily="34" charset="0"/>
                <a:cs typeface="Segoe UI" panose="020B0502040204020203" pitchFamily="34" charset="0"/>
              </a:rPr>
              <a:t> qui exploitent des méthodes qui ne seront plus maintenues (par H550)</a:t>
            </a:r>
            <a:endParaRPr lang="fr-FR" sz="950" dirty="0">
              <a:solidFill>
                <a:schemeClr val="tx1"/>
              </a:solidFill>
              <a:latin typeface="Segoe UI" panose="020B0502040204020203" pitchFamily="34" charset="0"/>
              <a:cs typeface="Segoe UI" panose="020B0502040204020203" pitchFamily="34" charset="0"/>
            </a:endParaRPr>
          </a:p>
        </p:txBody>
      </p:sp>
      <p:cxnSp>
        <p:nvCxnSpPr>
          <p:cNvPr id="6" name="Conn OK-out">
            <a:extLst>
              <a:ext uri="{FF2B5EF4-FFF2-40B4-BE49-F238E27FC236}">
                <a16:creationId xmlns:a16="http://schemas.microsoft.com/office/drawing/2014/main" id="{359BB8F4-8234-157F-C58F-8DEF1F55C0A0}"/>
              </a:ext>
            </a:extLst>
          </p:cNvPr>
          <p:cNvCxnSpPr/>
          <p:nvPr/>
        </p:nvCxnSpPr>
        <p:spPr>
          <a:xfrm>
            <a:off x="8503920" y="4221093"/>
            <a:ext cx="201168" cy="0"/>
          </a:xfrm>
          <a:prstGeom prst="straightConnector1">
            <a:avLst/>
          </a:prstGeom>
          <a:ln w="1270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8" name="Box Cible atteinte">
            <a:extLst>
              <a:ext uri="{FF2B5EF4-FFF2-40B4-BE49-F238E27FC236}">
                <a16:creationId xmlns:a16="http://schemas.microsoft.com/office/drawing/2014/main" id="{E652808E-E840-B40C-F7CA-AED5854C5871}"/>
              </a:ext>
            </a:extLst>
          </p:cNvPr>
          <p:cNvSpPr/>
          <p:nvPr/>
        </p:nvSpPr>
        <p:spPr>
          <a:xfrm>
            <a:off x="8705088" y="4056501"/>
            <a:ext cx="2331720" cy="329184"/>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fr-FR" sz="850" b="1" dirty="0">
                <a:solidFill>
                  <a:schemeClr val="bg1"/>
                </a:solidFill>
                <a:latin typeface="Segoe UI" panose="020B0502040204020203" pitchFamily="34" charset="0"/>
                <a:cs typeface="Segoe UI" panose="020B0502040204020203" pitchFamily="34" charset="0"/>
              </a:rPr>
              <a:t>Migration </a:t>
            </a:r>
            <a:r>
              <a:rPr lang="fr-FR" sz="850" b="1" dirty="0" err="1">
                <a:solidFill>
                  <a:schemeClr val="bg1"/>
                </a:solidFill>
                <a:latin typeface="Segoe UI" panose="020B0502040204020203" pitchFamily="34" charset="0"/>
                <a:cs typeface="Segoe UI" panose="020B0502040204020203" pitchFamily="34" charset="0"/>
              </a:rPr>
              <a:t>Ocrus</a:t>
            </a:r>
            <a:endParaRPr lang="fr-FR" sz="850" b="1" dirty="0">
              <a:solidFill>
                <a:schemeClr val="bg1"/>
              </a:solidFill>
              <a:latin typeface="Segoe UI" panose="020B0502040204020203" pitchFamily="34" charset="0"/>
              <a:cs typeface="Segoe UI" panose="020B0502040204020203" pitchFamily="34" charset="0"/>
            </a:endParaRPr>
          </a:p>
        </p:txBody>
      </p:sp>
      <p:sp>
        <p:nvSpPr>
          <p:cNvPr id="4" name="ZoneTexte 3">
            <a:extLst>
              <a:ext uri="{FF2B5EF4-FFF2-40B4-BE49-F238E27FC236}">
                <a16:creationId xmlns:a16="http://schemas.microsoft.com/office/drawing/2014/main" id="{0C40177B-4B2B-257F-5B94-85EDCF5F52BE}"/>
              </a:ext>
            </a:extLst>
          </p:cNvPr>
          <p:cNvSpPr txBox="1"/>
          <p:nvPr/>
        </p:nvSpPr>
        <p:spPr>
          <a:xfrm>
            <a:off x="8604504" y="4436561"/>
            <a:ext cx="2867572" cy="400110"/>
          </a:xfrm>
          <a:prstGeom prst="rect">
            <a:avLst/>
          </a:prstGeom>
          <a:noFill/>
        </p:spPr>
        <p:txBody>
          <a:bodyPr wrap="square" rtlCol="0">
            <a:spAutoFit/>
          </a:bodyPr>
          <a:lstStyle/>
          <a:p>
            <a:r>
              <a:rPr lang="fr-FR" sz="1000" dirty="0">
                <a:solidFill>
                  <a:srgbClr val="0C4392"/>
                </a:solidFill>
                <a:latin typeface="Segoe UI" panose="020B0502040204020203" pitchFamily="34" charset="0"/>
                <a:cs typeface="Segoe UI" panose="020B0502040204020203" pitchFamily="34" charset="0"/>
              </a:rPr>
              <a:t>Sauf si très complexe (ex : Paula). CW alors à modifier à la marge</a:t>
            </a:r>
          </a:p>
        </p:txBody>
      </p:sp>
    </p:spTree>
    <p:extLst>
      <p:ext uri="{BB962C8B-B14F-4D97-AF65-F5344CB8AC3E}">
        <p14:creationId xmlns:p14="http://schemas.microsoft.com/office/powerpoint/2010/main" val="1291302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p:txBody>
          <a:bodyPr>
            <a:normAutofit fontScale="90000"/>
          </a:bodyPr>
          <a:lstStyle/>
          <a:p>
            <a:r>
              <a:rPr lang="fr-FR" sz="3200" b="1" cap="small" dirty="0">
                <a:latin typeface="Segoe UI" panose="020B0502040204020203" pitchFamily="34" charset="0"/>
                <a:cs typeface="Segoe UI" panose="020B0502040204020203" pitchFamily="34" charset="0"/>
              </a:rPr>
              <a:t>Refonte technique </a:t>
            </a:r>
            <a:r>
              <a:rPr lang="fr-FR" sz="3200" b="1" cap="small" dirty="0" err="1">
                <a:latin typeface="Segoe UI" panose="020B0502040204020203" pitchFamily="34" charset="0"/>
                <a:cs typeface="Segoe UI" panose="020B0502040204020203" pitchFamily="34" charset="0"/>
              </a:rPr>
              <a:t>SyoReader</a:t>
            </a:r>
            <a:r>
              <a:rPr lang="fr-FR" sz="3200" b="1" cap="small" dirty="0">
                <a:latin typeface="Segoe UI" panose="020B0502040204020203" pitchFamily="34" charset="0"/>
                <a:cs typeface="Segoe UI" panose="020B0502040204020203" pitchFamily="34" charset="0"/>
              </a:rPr>
              <a:t> et impacts sur les </a:t>
            </a:r>
            <a:r>
              <a:rPr lang="fr-FR" sz="3200" b="1" cap="small" dirty="0" err="1">
                <a:latin typeface="Segoe UI" panose="020B0502040204020203" pitchFamily="34" charset="0"/>
                <a:cs typeface="Segoe UI" panose="020B0502040204020203" pitchFamily="34" charset="0"/>
              </a:rPr>
              <a:t>CWs</a:t>
            </a:r>
            <a:endParaRPr lang="fr-FR" dirty="0"/>
          </a:p>
        </p:txBody>
      </p:sp>
      <p:sp>
        <p:nvSpPr>
          <p:cNvPr id="20" name="Box Bascule SyoReader">
            <a:extLst>
              <a:ext uri="{FF2B5EF4-FFF2-40B4-BE49-F238E27FC236}">
                <a16:creationId xmlns:a16="http://schemas.microsoft.com/office/drawing/2014/main" id="{4564F500-6EAF-33D0-F533-9517D2109331}"/>
              </a:ext>
            </a:extLst>
          </p:cNvPr>
          <p:cNvSpPr/>
          <p:nvPr/>
        </p:nvSpPr>
        <p:spPr>
          <a:xfrm>
            <a:off x="2775474" y="3124506"/>
            <a:ext cx="3748571" cy="682105"/>
          </a:xfrm>
          <a:prstGeom prst="homePlate">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fr-FR" sz="900" b="1" dirty="0">
                <a:solidFill>
                  <a:schemeClr val="bg1"/>
                </a:solidFill>
                <a:latin typeface="Segoe UI" panose="020B0502040204020203" pitchFamily="34" charset="0"/>
                <a:cs typeface="Segoe UI" panose="020B0502040204020203" pitchFamily="34" charset="0"/>
              </a:rPr>
              <a:t>Identifier les </a:t>
            </a:r>
            <a:r>
              <a:rPr lang="fr-FR" sz="900" b="1" dirty="0" err="1">
                <a:solidFill>
                  <a:schemeClr val="bg1"/>
                </a:solidFill>
                <a:latin typeface="Segoe UI" panose="020B0502040204020203" pitchFamily="34" charset="0"/>
                <a:cs typeface="Segoe UI" panose="020B0502040204020203" pitchFamily="34" charset="0"/>
              </a:rPr>
              <a:t>CWs</a:t>
            </a:r>
            <a:r>
              <a:rPr lang="fr-FR" sz="900" b="1" dirty="0">
                <a:solidFill>
                  <a:schemeClr val="bg1"/>
                </a:solidFill>
                <a:latin typeface="Segoe UI" panose="020B0502040204020203" pitchFamily="34" charset="0"/>
                <a:cs typeface="Segoe UI" panose="020B0502040204020203" pitchFamily="34" charset="0"/>
              </a:rPr>
              <a:t> impactés et les lotir « par méthode »</a:t>
            </a:r>
          </a:p>
        </p:txBody>
      </p:sp>
      <p:sp>
        <p:nvSpPr>
          <p:cNvPr id="21" name="Box Bascule SyoReader">
            <a:extLst>
              <a:ext uri="{FF2B5EF4-FFF2-40B4-BE49-F238E27FC236}">
                <a16:creationId xmlns:a16="http://schemas.microsoft.com/office/drawing/2014/main" id="{17DF0172-E685-B182-DB8D-BF0A63AEDB5D}"/>
              </a:ext>
            </a:extLst>
          </p:cNvPr>
          <p:cNvSpPr/>
          <p:nvPr/>
        </p:nvSpPr>
        <p:spPr>
          <a:xfrm>
            <a:off x="7450896" y="3066607"/>
            <a:ext cx="2331720" cy="634535"/>
          </a:xfrm>
          <a:prstGeom prst="homePlate">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fr-FR" sz="900" b="1" dirty="0">
                <a:solidFill>
                  <a:schemeClr val="bg1"/>
                </a:solidFill>
                <a:latin typeface="Segoe UI" panose="020B0502040204020203" pitchFamily="34" charset="0"/>
                <a:cs typeface="Segoe UI" panose="020B0502040204020203" pitchFamily="34" charset="0"/>
              </a:rPr>
              <a:t>Réaliser la migration lot n</a:t>
            </a:r>
          </a:p>
        </p:txBody>
      </p:sp>
      <p:sp>
        <p:nvSpPr>
          <p:cNvPr id="22" name="Box Bascule SyoReader">
            <a:extLst>
              <a:ext uri="{FF2B5EF4-FFF2-40B4-BE49-F238E27FC236}">
                <a16:creationId xmlns:a16="http://schemas.microsoft.com/office/drawing/2014/main" id="{105EE7B1-FA2B-2B6B-10FC-9FD6D066CDA1}"/>
              </a:ext>
            </a:extLst>
          </p:cNvPr>
          <p:cNvSpPr/>
          <p:nvPr/>
        </p:nvSpPr>
        <p:spPr>
          <a:xfrm>
            <a:off x="2793872" y="2239522"/>
            <a:ext cx="4173667" cy="706814"/>
          </a:xfrm>
          <a:prstGeom prst="homePlate">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fr-FR" sz="900" b="1" dirty="0">
                <a:solidFill>
                  <a:schemeClr val="bg1"/>
                </a:solidFill>
                <a:latin typeface="Segoe UI" panose="020B0502040204020203" pitchFamily="34" charset="0"/>
                <a:cs typeface="Segoe UI" panose="020B0502040204020203" pitchFamily="34" charset="0"/>
              </a:rPr>
              <a:t>Refonte </a:t>
            </a:r>
            <a:r>
              <a:rPr lang="fr-FR" sz="900" b="1" dirty="0" err="1">
                <a:solidFill>
                  <a:schemeClr val="bg1"/>
                </a:solidFill>
                <a:latin typeface="Segoe UI" panose="020B0502040204020203" pitchFamily="34" charset="0"/>
                <a:cs typeface="Segoe UI" panose="020B0502040204020203" pitchFamily="34" charset="0"/>
              </a:rPr>
              <a:t>SyoReader</a:t>
            </a:r>
            <a:r>
              <a:rPr lang="fr-FR" sz="900" b="1" dirty="0">
                <a:solidFill>
                  <a:schemeClr val="bg1"/>
                </a:solidFill>
                <a:latin typeface="Segoe UI" panose="020B0502040204020203" pitchFamily="34" charset="0"/>
                <a:cs typeface="Segoe UI" panose="020B0502040204020203" pitchFamily="34" charset="0"/>
              </a:rPr>
              <a:t> (inclus identification méthodes à maintenir)</a:t>
            </a:r>
          </a:p>
        </p:txBody>
      </p:sp>
      <p:sp>
        <p:nvSpPr>
          <p:cNvPr id="25" name="Box NonReg KO">
            <a:extLst>
              <a:ext uri="{FF2B5EF4-FFF2-40B4-BE49-F238E27FC236}">
                <a16:creationId xmlns:a16="http://schemas.microsoft.com/office/drawing/2014/main" id="{6CA20CFC-C517-1F3F-9A30-D847915C496C}"/>
              </a:ext>
            </a:extLst>
          </p:cNvPr>
          <p:cNvSpPr/>
          <p:nvPr/>
        </p:nvSpPr>
        <p:spPr>
          <a:xfrm>
            <a:off x="836377" y="2264229"/>
            <a:ext cx="1819737" cy="682107"/>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fr-FR" sz="850" b="1" dirty="0">
                <a:solidFill>
                  <a:schemeClr val="tx1"/>
                </a:solidFill>
                <a:latin typeface="Segoe UI" panose="020B0502040204020203" pitchFamily="34" charset="0"/>
                <a:cs typeface="Segoe UI" panose="020B0502040204020203" pitchFamily="34" charset="0"/>
              </a:rPr>
              <a:t>H620</a:t>
            </a:r>
          </a:p>
        </p:txBody>
      </p:sp>
      <p:sp>
        <p:nvSpPr>
          <p:cNvPr id="26" name="Box NonReg KO">
            <a:extLst>
              <a:ext uri="{FF2B5EF4-FFF2-40B4-BE49-F238E27FC236}">
                <a16:creationId xmlns:a16="http://schemas.microsoft.com/office/drawing/2014/main" id="{7AD5C402-A52E-23A7-D43E-542F307D2DC1}"/>
              </a:ext>
            </a:extLst>
          </p:cNvPr>
          <p:cNvSpPr/>
          <p:nvPr/>
        </p:nvSpPr>
        <p:spPr>
          <a:xfrm>
            <a:off x="836377" y="3124507"/>
            <a:ext cx="1840784" cy="682106"/>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fr-FR" sz="850" b="1" dirty="0">
                <a:solidFill>
                  <a:schemeClr val="tx1"/>
                </a:solidFill>
                <a:latin typeface="Segoe UI" panose="020B0502040204020203" pitchFamily="34" charset="0"/>
                <a:cs typeface="Segoe UI" panose="020B0502040204020203" pitchFamily="34" charset="0"/>
              </a:rPr>
              <a:t>H550</a:t>
            </a:r>
          </a:p>
        </p:txBody>
      </p:sp>
      <p:sp>
        <p:nvSpPr>
          <p:cNvPr id="3" name="Box Bascule SyoReader">
            <a:extLst>
              <a:ext uri="{FF2B5EF4-FFF2-40B4-BE49-F238E27FC236}">
                <a16:creationId xmlns:a16="http://schemas.microsoft.com/office/drawing/2014/main" id="{B912A93F-6A84-45A7-F930-ACF45561C6CF}"/>
              </a:ext>
            </a:extLst>
          </p:cNvPr>
          <p:cNvSpPr/>
          <p:nvPr/>
        </p:nvSpPr>
        <p:spPr>
          <a:xfrm>
            <a:off x="7450896" y="2369857"/>
            <a:ext cx="2331720" cy="634535"/>
          </a:xfrm>
          <a:prstGeom prst="homePlate">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r>
              <a:rPr lang="fr-FR" sz="900" b="1" dirty="0">
                <a:solidFill>
                  <a:schemeClr val="bg1"/>
                </a:solidFill>
                <a:latin typeface="Segoe UI" panose="020B0502040204020203" pitchFamily="34" charset="0"/>
                <a:cs typeface="Segoe UI" panose="020B0502040204020203" pitchFamily="34" charset="0"/>
              </a:rPr>
              <a:t>Décommissionner les méthodes obsolètes </a:t>
            </a:r>
            <a:r>
              <a:rPr lang="fr-FR" sz="900" b="1" dirty="0" err="1">
                <a:solidFill>
                  <a:schemeClr val="bg1"/>
                </a:solidFill>
                <a:latin typeface="Segoe UI" panose="020B0502040204020203" pitchFamily="34" charset="0"/>
                <a:cs typeface="Segoe UI" panose="020B0502040204020203" pitchFamily="34" charset="0"/>
              </a:rPr>
              <a:t>SyoReader</a:t>
            </a:r>
            <a:r>
              <a:rPr lang="fr-FR" sz="900" b="1" dirty="0">
                <a:solidFill>
                  <a:schemeClr val="bg1"/>
                </a:solidFill>
                <a:latin typeface="Segoe UI" panose="020B0502040204020203" pitchFamily="34" charset="0"/>
                <a:cs typeface="Segoe UI" panose="020B0502040204020203" pitchFamily="34" charset="0"/>
              </a:rPr>
              <a:t> lot n</a:t>
            </a:r>
          </a:p>
        </p:txBody>
      </p:sp>
      <p:sp>
        <p:nvSpPr>
          <p:cNvPr id="4" name="Rectangle 3">
            <a:extLst>
              <a:ext uri="{FF2B5EF4-FFF2-40B4-BE49-F238E27FC236}">
                <a16:creationId xmlns:a16="http://schemas.microsoft.com/office/drawing/2014/main" id="{8336A95F-7EAA-DCA3-B6A8-FB0F3F54D16A}"/>
              </a:ext>
            </a:extLst>
          </p:cNvPr>
          <p:cNvSpPr/>
          <p:nvPr/>
        </p:nvSpPr>
        <p:spPr>
          <a:xfrm>
            <a:off x="7214825" y="2239521"/>
            <a:ext cx="4003040" cy="1567089"/>
          </a:xfrm>
          <a:prstGeom prst="rect">
            <a:avLst/>
          </a:pr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5" name="NB line">
            <a:extLst>
              <a:ext uri="{FF2B5EF4-FFF2-40B4-BE49-F238E27FC236}">
                <a16:creationId xmlns:a16="http://schemas.microsoft.com/office/drawing/2014/main" id="{CC5694BA-7977-3CA3-A5F0-99F766C8D025}"/>
              </a:ext>
            </a:extLst>
          </p:cNvPr>
          <p:cNvSpPr txBox="1"/>
          <p:nvPr/>
        </p:nvSpPr>
        <p:spPr>
          <a:xfrm>
            <a:off x="9932196" y="2823059"/>
            <a:ext cx="1129513" cy="521208"/>
          </a:xfrm>
          <a:prstGeom prst="rect">
            <a:avLst/>
          </a:prstGeom>
        </p:spPr>
        <p:txBody>
          <a:bodyPr wrap="square">
            <a:normAutofit lnSpcReduction="10000"/>
          </a:bodyPr>
          <a:lstStyle/>
          <a:p>
            <a:pPr algn="l"/>
            <a:r>
              <a:rPr lang="fr-FR" sz="950" dirty="0">
                <a:solidFill>
                  <a:schemeClr val="tx1"/>
                </a:solidFill>
                <a:latin typeface="Segoe UI" panose="020B0502040204020203" pitchFamily="34" charset="0"/>
                <a:cs typeface="Segoe UI" panose="020B0502040204020203" pitchFamily="34" charset="0"/>
              </a:rPr>
              <a:t>Lotir au besoin (selon nombre de </a:t>
            </a:r>
            <a:r>
              <a:rPr lang="fr-FR" sz="950" dirty="0" err="1">
                <a:solidFill>
                  <a:schemeClr val="tx1"/>
                </a:solidFill>
                <a:latin typeface="Segoe UI" panose="020B0502040204020203" pitchFamily="34" charset="0"/>
                <a:cs typeface="Segoe UI" panose="020B0502040204020203" pitchFamily="34" charset="0"/>
              </a:rPr>
              <a:t>CWs</a:t>
            </a:r>
            <a:r>
              <a:rPr lang="fr-FR" sz="950" dirty="0">
                <a:solidFill>
                  <a:schemeClr val="tx1"/>
                </a:solidFill>
                <a:latin typeface="Segoe UI" panose="020B0502040204020203" pitchFamily="34" charset="0"/>
                <a:cs typeface="Segoe UI" panose="020B0502040204020203" pitchFamily="34" charset="0"/>
              </a:rPr>
              <a:t>)</a:t>
            </a:r>
          </a:p>
        </p:txBody>
      </p:sp>
      <p:pic>
        <p:nvPicPr>
          <p:cNvPr id="2054" name="Picture 6" descr="Icône agile dans le style Windows 11">
            <a:extLst>
              <a:ext uri="{FF2B5EF4-FFF2-40B4-BE49-F238E27FC236}">
                <a16:creationId xmlns:a16="http://schemas.microsoft.com/office/drawing/2014/main" id="{6103B960-F171-8423-AF73-14A5F6C6FC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67788" y="1685209"/>
            <a:ext cx="497114" cy="497114"/>
          </a:xfrm>
          <a:prstGeom prst="rect">
            <a:avLst/>
          </a:prstGeom>
          <a:noFill/>
          <a:extLst>
            <a:ext uri="{909E8E84-426E-40DD-AFC4-6F175D3DCCD1}">
              <a14:hiddenFill xmlns:a14="http://schemas.microsoft.com/office/drawing/2010/main">
                <a:solidFill>
                  <a:srgbClr val="FFFFFF"/>
                </a:solidFill>
              </a14:hiddenFill>
            </a:ext>
          </a:extLst>
        </p:spPr>
      </p:pic>
      <p:sp>
        <p:nvSpPr>
          <p:cNvPr id="6" name="Espace réservé du texte 4">
            <a:extLst>
              <a:ext uri="{FF2B5EF4-FFF2-40B4-BE49-F238E27FC236}">
                <a16:creationId xmlns:a16="http://schemas.microsoft.com/office/drawing/2014/main" id="{4E8922C3-CB80-8C92-24BE-E40935BB9CDB}"/>
              </a:ext>
            </a:extLst>
          </p:cNvPr>
          <p:cNvSpPr txBox="1">
            <a:spLocks/>
          </p:cNvSpPr>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b="1" dirty="0">
                <a:solidFill>
                  <a:srgbClr val="003A8D"/>
                </a:solidFill>
                <a:latin typeface="Segoe UI" panose="020B0502040204020203" pitchFamily="34" charset="0"/>
                <a:cs typeface="Segoe UI" panose="020B0502040204020203" pitchFamily="34" charset="0"/>
              </a:rPr>
              <a:t>Chantiers</a:t>
            </a:r>
          </a:p>
        </p:txBody>
      </p:sp>
    </p:spTree>
    <p:extLst>
      <p:ext uri="{BB962C8B-B14F-4D97-AF65-F5344CB8AC3E}">
        <p14:creationId xmlns:p14="http://schemas.microsoft.com/office/powerpoint/2010/main" val="1940602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60E1B613-A91E-1E3C-39F6-F275365A7010}"/>
              </a:ext>
            </a:extLst>
          </p:cNvPr>
          <p:cNvSpPr/>
          <p:nvPr/>
        </p:nvSpPr>
        <p:spPr>
          <a:xfrm>
            <a:off x="821531" y="2732411"/>
            <a:ext cx="11018520" cy="969264"/>
          </a:xfrm>
          <a:prstGeom prst="roundRect">
            <a:avLst>
              <a:gd name="adj" fmla="val 7547"/>
            </a:avLst>
          </a:prstGeom>
          <a:solidFill>
            <a:srgbClr val="F4F7FB"/>
          </a:solidFill>
          <a:ln/>
        </p:spPr>
        <p:txBody>
          <a:bodyPr/>
          <a:lstStyle/>
          <a:p>
            <a:endParaRPr lang="fr-FR"/>
          </a:p>
        </p:txBody>
      </p:sp>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p:txBody>
          <a:bodyPr>
            <a:normAutofit/>
          </a:bodyPr>
          <a:lstStyle/>
          <a:p>
            <a:r>
              <a:rPr lang="fr-FR" dirty="0"/>
              <a:t>Sommaire</a:t>
            </a:r>
          </a:p>
        </p:txBody>
      </p:sp>
      <p:sp>
        <p:nvSpPr>
          <p:cNvPr id="5" name="Shape 2">
            <a:extLst>
              <a:ext uri="{FF2B5EF4-FFF2-40B4-BE49-F238E27FC236}">
                <a16:creationId xmlns:a16="http://schemas.microsoft.com/office/drawing/2014/main" id="{67C3E571-8422-2584-B85D-41FE73690999}"/>
              </a:ext>
            </a:extLst>
          </p:cNvPr>
          <p:cNvSpPr/>
          <p:nvPr/>
        </p:nvSpPr>
        <p:spPr>
          <a:xfrm>
            <a:off x="821531" y="1561979"/>
            <a:ext cx="11018520" cy="969264"/>
          </a:xfrm>
          <a:prstGeom prst="roundRect">
            <a:avLst>
              <a:gd name="adj" fmla="val 7547"/>
            </a:avLst>
          </a:prstGeom>
          <a:noFill/>
          <a:ln/>
        </p:spPr>
        <p:txBody>
          <a:bodyPr/>
          <a:lstStyle/>
          <a:p>
            <a:endParaRPr lang="fr-FR"/>
          </a:p>
        </p:txBody>
      </p:sp>
      <p:sp>
        <p:nvSpPr>
          <p:cNvPr id="6" name="Shape 3">
            <a:extLst>
              <a:ext uri="{FF2B5EF4-FFF2-40B4-BE49-F238E27FC236}">
                <a16:creationId xmlns:a16="http://schemas.microsoft.com/office/drawing/2014/main" id="{AF23F760-354A-B9AF-09D7-99B5B16C50A1}"/>
              </a:ext>
            </a:extLst>
          </p:cNvPr>
          <p:cNvSpPr/>
          <p:nvPr/>
        </p:nvSpPr>
        <p:spPr>
          <a:xfrm>
            <a:off x="1050131" y="1708283"/>
            <a:ext cx="658368" cy="658368"/>
          </a:xfrm>
          <a:prstGeom prst="ellipse">
            <a:avLst/>
          </a:prstGeom>
          <a:solidFill>
            <a:srgbClr val="21295C"/>
          </a:solidFill>
          <a:ln/>
        </p:spPr>
        <p:txBody>
          <a:bodyPr/>
          <a:lstStyle/>
          <a:p>
            <a:endParaRPr lang="fr-FR"/>
          </a:p>
        </p:txBody>
      </p:sp>
      <p:sp>
        <p:nvSpPr>
          <p:cNvPr id="8" name="Text 4">
            <a:extLst>
              <a:ext uri="{FF2B5EF4-FFF2-40B4-BE49-F238E27FC236}">
                <a16:creationId xmlns:a16="http://schemas.microsoft.com/office/drawing/2014/main" id="{2AA72A23-793A-93E5-0651-D4F85344424C}"/>
              </a:ext>
            </a:extLst>
          </p:cNvPr>
          <p:cNvSpPr/>
          <p:nvPr/>
        </p:nvSpPr>
        <p:spPr>
          <a:xfrm>
            <a:off x="1918811" y="1653419"/>
            <a:ext cx="914400" cy="457200"/>
          </a:xfrm>
          <a:prstGeom prst="rect">
            <a:avLst/>
          </a:prstGeom>
          <a:noFill/>
          <a:ln/>
        </p:spPr>
        <p:txBody>
          <a:bodyPr wrap="square" lIns="0" tIns="0" rIns="0" bIns="0" rtlCol="0" anchor="ctr"/>
          <a:lstStyle/>
          <a:p>
            <a:pPr marL="0" indent="0">
              <a:buNone/>
            </a:pPr>
            <a:r>
              <a:rPr lang="en-US" sz="2200" b="1" dirty="0">
                <a:solidFill>
                  <a:srgbClr val="1C7293"/>
                </a:solidFill>
                <a:latin typeface="Calibri" pitchFamily="34" charset="0"/>
                <a:ea typeface="Calibri" pitchFamily="34" charset="-122"/>
                <a:cs typeface="Calibri" pitchFamily="34" charset="-120"/>
              </a:rPr>
              <a:t>01</a:t>
            </a:r>
            <a:endParaRPr lang="en-US" sz="2200" dirty="0"/>
          </a:p>
        </p:txBody>
      </p:sp>
      <p:sp>
        <p:nvSpPr>
          <p:cNvPr id="9" name="Text 5">
            <a:extLst>
              <a:ext uri="{FF2B5EF4-FFF2-40B4-BE49-F238E27FC236}">
                <a16:creationId xmlns:a16="http://schemas.microsoft.com/office/drawing/2014/main" id="{5D62E24C-E479-F5C5-688E-F3058681C08D}"/>
              </a:ext>
            </a:extLst>
          </p:cNvPr>
          <p:cNvSpPr/>
          <p:nvPr/>
        </p:nvSpPr>
        <p:spPr>
          <a:xfrm>
            <a:off x="2787491" y="1635131"/>
            <a:ext cx="6035040" cy="384048"/>
          </a:xfrm>
          <a:prstGeom prst="rect">
            <a:avLst/>
          </a:prstGeom>
          <a:noFill/>
          <a:ln/>
        </p:spPr>
        <p:txBody>
          <a:bodyPr wrap="square" lIns="0" tIns="0" rIns="0" bIns="0" rtlCol="0" anchor="ctr"/>
          <a:lstStyle/>
          <a:p>
            <a:pPr marL="0" indent="0">
              <a:buNone/>
            </a:pPr>
            <a:r>
              <a:rPr lang="fr-FR" sz="1700" b="1" dirty="0">
                <a:solidFill>
                  <a:srgbClr val="21295C"/>
                </a:solidFill>
                <a:latin typeface="Calibri" pitchFamily="34" charset="0"/>
                <a:ea typeface="Calibri" pitchFamily="34" charset="-122"/>
                <a:cs typeface="Calibri" pitchFamily="34" charset="-120"/>
              </a:rPr>
              <a:t>Refonte technique </a:t>
            </a:r>
            <a:r>
              <a:rPr lang="fr-FR" sz="1700" b="1" dirty="0" err="1">
                <a:solidFill>
                  <a:srgbClr val="21295C"/>
                </a:solidFill>
                <a:latin typeface="Calibri" pitchFamily="34" charset="0"/>
                <a:ea typeface="Calibri" pitchFamily="34" charset="-122"/>
                <a:cs typeface="Calibri" pitchFamily="34" charset="-120"/>
              </a:rPr>
              <a:t>SyoReader</a:t>
            </a:r>
            <a:r>
              <a:rPr lang="fr-FR" sz="1700" b="1" dirty="0">
                <a:solidFill>
                  <a:srgbClr val="21295C"/>
                </a:solidFill>
                <a:latin typeface="Calibri" pitchFamily="34" charset="0"/>
                <a:ea typeface="Calibri" pitchFamily="34" charset="-122"/>
                <a:cs typeface="Calibri" pitchFamily="34" charset="-120"/>
              </a:rPr>
              <a:t> et impacts sur les </a:t>
            </a:r>
            <a:r>
              <a:rPr lang="fr-FR" sz="1700" b="1" dirty="0" err="1">
                <a:solidFill>
                  <a:srgbClr val="21295C"/>
                </a:solidFill>
                <a:latin typeface="Calibri" pitchFamily="34" charset="0"/>
                <a:ea typeface="Calibri" pitchFamily="34" charset="-122"/>
                <a:cs typeface="Calibri" pitchFamily="34" charset="-120"/>
              </a:rPr>
              <a:t>CWs</a:t>
            </a:r>
            <a:endParaRPr lang="fr-FR" sz="1700" b="1" dirty="0">
              <a:solidFill>
                <a:srgbClr val="21295C"/>
              </a:solidFill>
              <a:latin typeface="Calibri" pitchFamily="34" charset="0"/>
              <a:ea typeface="Calibri" pitchFamily="34" charset="-122"/>
              <a:cs typeface="Calibri" pitchFamily="34" charset="-120"/>
            </a:endParaRPr>
          </a:p>
        </p:txBody>
      </p:sp>
      <p:sp>
        <p:nvSpPr>
          <p:cNvPr id="10" name="Text 6">
            <a:extLst>
              <a:ext uri="{FF2B5EF4-FFF2-40B4-BE49-F238E27FC236}">
                <a16:creationId xmlns:a16="http://schemas.microsoft.com/office/drawing/2014/main" id="{93AC6A0C-2D80-1469-0435-D78B5D9C6E71}"/>
              </a:ext>
            </a:extLst>
          </p:cNvPr>
          <p:cNvSpPr/>
          <p:nvPr/>
        </p:nvSpPr>
        <p:spPr>
          <a:xfrm>
            <a:off x="2787491" y="2019179"/>
            <a:ext cx="9052560" cy="41148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Impact de la </a:t>
            </a:r>
            <a:r>
              <a:rPr lang="en-US" sz="1200" dirty="0" err="1">
                <a:solidFill>
                  <a:srgbClr val="5B6472"/>
                </a:solidFill>
                <a:latin typeface="Calibri" pitchFamily="34" charset="0"/>
                <a:ea typeface="Calibri" pitchFamily="34" charset="-122"/>
                <a:cs typeface="Calibri" pitchFamily="34" charset="-120"/>
              </a:rPr>
              <a:t>refonte</a:t>
            </a:r>
            <a:r>
              <a:rPr lang="en-US" sz="1200" dirty="0">
                <a:solidFill>
                  <a:srgbClr val="5B6472"/>
                </a:solidFill>
                <a:latin typeface="Calibri" pitchFamily="34" charset="0"/>
                <a:ea typeface="Calibri" pitchFamily="34" charset="-122"/>
                <a:cs typeface="Calibri" pitchFamily="34" charset="-120"/>
              </a:rPr>
              <a:t> </a:t>
            </a:r>
            <a:r>
              <a:rPr lang="en-US" sz="1200" dirty="0" err="1">
                <a:solidFill>
                  <a:srgbClr val="5B6472"/>
                </a:solidFill>
                <a:latin typeface="Calibri" pitchFamily="34" charset="0"/>
                <a:ea typeface="Calibri" pitchFamily="34" charset="-122"/>
                <a:cs typeface="Calibri" pitchFamily="34" charset="-120"/>
              </a:rPr>
              <a:t>SyoReader</a:t>
            </a:r>
            <a:r>
              <a:rPr lang="en-US" sz="1200" dirty="0">
                <a:solidFill>
                  <a:srgbClr val="5B6472"/>
                </a:solidFill>
                <a:latin typeface="Calibri" pitchFamily="34" charset="0"/>
                <a:ea typeface="Calibri" pitchFamily="34" charset="-122"/>
                <a:cs typeface="Calibri" pitchFamily="34" charset="-120"/>
              </a:rPr>
              <a:t> sur les CWs</a:t>
            </a:r>
            <a:endParaRPr lang="en-US" sz="1200" dirty="0"/>
          </a:p>
        </p:txBody>
      </p:sp>
      <p:sp>
        <p:nvSpPr>
          <p:cNvPr id="12" name="Shape 8">
            <a:extLst>
              <a:ext uri="{FF2B5EF4-FFF2-40B4-BE49-F238E27FC236}">
                <a16:creationId xmlns:a16="http://schemas.microsoft.com/office/drawing/2014/main" id="{282CF6E8-1266-7C98-B470-5794630A983C}"/>
              </a:ext>
            </a:extLst>
          </p:cNvPr>
          <p:cNvSpPr/>
          <p:nvPr/>
        </p:nvSpPr>
        <p:spPr>
          <a:xfrm>
            <a:off x="1050131" y="2878715"/>
            <a:ext cx="658368" cy="658368"/>
          </a:xfrm>
          <a:prstGeom prst="ellipse">
            <a:avLst/>
          </a:prstGeom>
          <a:solidFill>
            <a:srgbClr val="21295C"/>
          </a:solidFill>
          <a:ln/>
        </p:spPr>
        <p:txBody>
          <a:bodyPr/>
          <a:lstStyle/>
          <a:p>
            <a:endParaRPr lang="fr-FR"/>
          </a:p>
        </p:txBody>
      </p:sp>
      <p:pic>
        <p:nvPicPr>
          <p:cNvPr id="13" name="Image 1" descr="preencoded.png">
            <a:extLst>
              <a:ext uri="{FF2B5EF4-FFF2-40B4-BE49-F238E27FC236}">
                <a16:creationId xmlns:a16="http://schemas.microsoft.com/office/drawing/2014/main" id="{02025DA8-E70B-6D91-721D-CF079FDBDA40}"/>
              </a:ext>
            </a:extLst>
          </p:cNvPr>
          <p:cNvPicPr>
            <a:picLocks noChangeAspect="1"/>
          </p:cNvPicPr>
          <p:nvPr/>
        </p:nvPicPr>
        <p:blipFill>
          <a:blip r:embed="rId3"/>
          <a:stretch>
            <a:fillRect/>
          </a:stretch>
        </p:blipFill>
        <p:spPr>
          <a:xfrm>
            <a:off x="1208139" y="3036723"/>
            <a:ext cx="342351" cy="342351"/>
          </a:xfrm>
          <a:prstGeom prst="rect">
            <a:avLst/>
          </a:prstGeom>
        </p:spPr>
      </p:pic>
      <p:sp>
        <p:nvSpPr>
          <p:cNvPr id="14" name="Text 9">
            <a:extLst>
              <a:ext uri="{FF2B5EF4-FFF2-40B4-BE49-F238E27FC236}">
                <a16:creationId xmlns:a16="http://schemas.microsoft.com/office/drawing/2014/main" id="{7F7FEE5F-209A-AF66-E217-1B6F73F7CC91}"/>
              </a:ext>
            </a:extLst>
          </p:cNvPr>
          <p:cNvSpPr/>
          <p:nvPr/>
        </p:nvSpPr>
        <p:spPr>
          <a:xfrm>
            <a:off x="1918811" y="2823851"/>
            <a:ext cx="914400" cy="457200"/>
          </a:xfrm>
          <a:prstGeom prst="rect">
            <a:avLst/>
          </a:prstGeom>
          <a:noFill/>
          <a:ln/>
        </p:spPr>
        <p:txBody>
          <a:bodyPr wrap="square" lIns="0" tIns="0" rIns="0" bIns="0" rtlCol="0" anchor="ctr"/>
          <a:lstStyle/>
          <a:p>
            <a:pPr marL="0" indent="0">
              <a:buNone/>
            </a:pPr>
            <a:r>
              <a:rPr lang="en-US" sz="2200" b="1" dirty="0">
                <a:solidFill>
                  <a:srgbClr val="1C7293"/>
                </a:solidFill>
                <a:latin typeface="Calibri" pitchFamily="34" charset="0"/>
                <a:ea typeface="Calibri" pitchFamily="34" charset="-122"/>
                <a:cs typeface="Calibri" pitchFamily="34" charset="-120"/>
              </a:rPr>
              <a:t>02</a:t>
            </a:r>
            <a:endParaRPr lang="en-US" sz="2200" dirty="0"/>
          </a:p>
        </p:txBody>
      </p:sp>
      <p:sp>
        <p:nvSpPr>
          <p:cNvPr id="15" name="Text 10">
            <a:extLst>
              <a:ext uri="{FF2B5EF4-FFF2-40B4-BE49-F238E27FC236}">
                <a16:creationId xmlns:a16="http://schemas.microsoft.com/office/drawing/2014/main" id="{E0AD5452-14C9-BECB-432D-36B3CF2AC850}"/>
              </a:ext>
            </a:extLst>
          </p:cNvPr>
          <p:cNvSpPr/>
          <p:nvPr/>
        </p:nvSpPr>
        <p:spPr>
          <a:xfrm>
            <a:off x="2787491" y="2805563"/>
            <a:ext cx="6035040" cy="384048"/>
          </a:xfrm>
          <a:prstGeom prst="rect">
            <a:avLst/>
          </a:prstGeom>
          <a:noFill/>
          <a:ln/>
        </p:spPr>
        <p:txBody>
          <a:bodyPr wrap="square" lIns="0" tIns="0" rIns="0" bIns="0" rtlCol="0" anchor="ctr"/>
          <a:lstStyle/>
          <a:p>
            <a:pPr marL="0" indent="0">
              <a:buNone/>
            </a:pPr>
            <a:r>
              <a:rPr lang="fr-FR" sz="1700" b="1" dirty="0" err="1">
                <a:solidFill>
                  <a:srgbClr val="21295C"/>
                </a:solidFill>
                <a:latin typeface="Calibri" pitchFamily="34" charset="0"/>
                <a:ea typeface="Calibri" pitchFamily="34" charset="-122"/>
                <a:cs typeface="Calibri" pitchFamily="34" charset="-120"/>
              </a:rPr>
              <a:t>Interop</a:t>
            </a:r>
            <a:r>
              <a:rPr lang="fr-FR" sz="1700" b="1" dirty="0">
                <a:solidFill>
                  <a:srgbClr val="21295C"/>
                </a:solidFill>
                <a:latin typeface="Calibri" pitchFamily="34" charset="0"/>
                <a:ea typeface="Calibri" pitchFamily="34" charset="-122"/>
                <a:cs typeface="Calibri" pitchFamily="34" charset="-120"/>
              </a:rPr>
              <a:t> CADI – CW pour les flux OCRUS</a:t>
            </a:r>
          </a:p>
        </p:txBody>
      </p:sp>
      <p:sp>
        <p:nvSpPr>
          <p:cNvPr id="16" name="Text 11">
            <a:extLst>
              <a:ext uri="{FF2B5EF4-FFF2-40B4-BE49-F238E27FC236}">
                <a16:creationId xmlns:a16="http://schemas.microsoft.com/office/drawing/2014/main" id="{5B9D6A1E-ABC4-6614-C231-BD4DD0C344D2}"/>
              </a:ext>
            </a:extLst>
          </p:cNvPr>
          <p:cNvSpPr/>
          <p:nvPr/>
        </p:nvSpPr>
        <p:spPr>
          <a:xfrm>
            <a:off x="2787491" y="3189611"/>
            <a:ext cx="9052560" cy="41148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Exploiter les </a:t>
            </a:r>
            <a:r>
              <a:rPr lang="en-US" sz="1200" dirty="0" err="1">
                <a:solidFill>
                  <a:srgbClr val="5B6472"/>
                </a:solidFill>
                <a:latin typeface="Calibri" pitchFamily="34" charset="0"/>
                <a:ea typeface="Calibri" pitchFamily="34" charset="-122"/>
                <a:cs typeface="Calibri" pitchFamily="34" charset="-120"/>
              </a:rPr>
              <a:t>fonctionnalités</a:t>
            </a:r>
            <a:r>
              <a:rPr lang="en-US" sz="1200" dirty="0">
                <a:solidFill>
                  <a:srgbClr val="5B6472"/>
                </a:solidFill>
                <a:latin typeface="Calibri" pitchFamily="34" charset="0"/>
                <a:ea typeface="Calibri" pitchFamily="34" charset="-122"/>
                <a:cs typeface="Calibri" pitchFamily="34" charset="-120"/>
              </a:rPr>
              <a:t> CADI sur les CWs SYO</a:t>
            </a:r>
            <a:endParaRPr lang="en-US" sz="1200" dirty="0"/>
          </a:p>
        </p:txBody>
      </p:sp>
      <p:pic>
        <p:nvPicPr>
          <p:cNvPr id="46" name="Image 1" descr="preencoded.png">
            <a:extLst>
              <a:ext uri="{FF2B5EF4-FFF2-40B4-BE49-F238E27FC236}">
                <a16:creationId xmlns:a16="http://schemas.microsoft.com/office/drawing/2014/main" id="{8A1C79F8-183C-8D6F-43F8-1FBCFEFBFC20}"/>
              </a:ext>
            </a:extLst>
          </p:cNvPr>
          <p:cNvPicPr>
            <a:picLocks noChangeAspect="1"/>
          </p:cNvPicPr>
          <p:nvPr/>
        </p:nvPicPr>
        <p:blipFill>
          <a:blip r:embed="rId3"/>
          <a:stretch>
            <a:fillRect/>
          </a:stretch>
        </p:blipFill>
        <p:spPr>
          <a:xfrm>
            <a:off x="1208138" y="1875646"/>
            <a:ext cx="342351" cy="342351"/>
          </a:xfrm>
          <a:prstGeom prst="rect">
            <a:avLst/>
          </a:prstGeom>
        </p:spPr>
      </p:pic>
    </p:spTree>
    <p:extLst>
      <p:ext uri="{BB962C8B-B14F-4D97-AF65-F5344CB8AC3E}">
        <p14:creationId xmlns:p14="http://schemas.microsoft.com/office/powerpoint/2010/main" val="3408655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a:xfrm>
            <a:off x="836113" y="339278"/>
            <a:ext cx="11016956" cy="526254"/>
          </a:xfrm>
        </p:spPr>
        <p:txBody>
          <a:bodyPr>
            <a:normAutofit fontScale="90000"/>
          </a:bodyPr>
          <a:lstStyle/>
          <a:p>
            <a:r>
              <a:rPr lang="fr-FR" sz="3200" b="1" cap="small" dirty="0">
                <a:latin typeface="Segoe UI" panose="020B0502040204020203" pitchFamily="34" charset="0"/>
                <a:cs typeface="Segoe UI" panose="020B0502040204020203" pitchFamily="34" charset="0"/>
              </a:rPr>
              <a:t>Refonte technique </a:t>
            </a:r>
            <a:r>
              <a:rPr lang="fr-FR" sz="3200" b="1" cap="small" dirty="0" err="1">
                <a:latin typeface="Segoe UI" panose="020B0502040204020203" pitchFamily="34" charset="0"/>
                <a:cs typeface="Segoe UI" panose="020B0502040204020203" pitchFamily="34" charset="0"/>
              </a:rPr>
              <a:t>SyoReader</a:t>
            </a:r>
            <a:r>
              <a:rPr lang="fr-FR" sz="3200" b="1" cap="small" dirty="0">
                <a:latin typeface="Segoe UI" panose="020B0502040204020203" pitchFamily="34" charset="0"/>
                <a:cs typeface="Segoe UI" panose="020B0502040204020203" pitchFamily="34" charset="0"/>
              </a:rPr>
              <a:t> et impacts sur les </a:t>
            </a:r>
            <a:r>
              <a:rPr lang="fr-FR" sz="3200" b="1" cap="small" dirty="0" err="1">
                <a:latin typeface="Segoe UI" panose="020B0502040204020203" pitchFamily="34" charset="0"/>
                <a:cs typeface="Segoe UI" panose="020B0502040204020203" pitchFamily="34" charset="0"/>
              </a:rPr>
              <a:t>CWs</a:t>
            </a:r>
            <a:endParaRPr lang="fr-FR" sz="3200" b="1" cap="small" dirty="0">
              <a:latin typeface="Segoe UI" panose="020B0502040204020203" pitchFamily="34" charset="0"/>
              <a:cs typeface="Segoe UI" panose="020B0502040204020203" pitchFamily="34" charset="0"/>
            </a:endParaRPr>
          </a:p>
        </p:txBody>
      </p:sp>
      <p:pic>
        <p:nvPicPr>
          <p:cNvPr id="17" name="Image 16">
            <a:extLst>
              <a:ext uri="{FF2B5EF4-FFF2-40B4-BE49-F238E27FC236}">
                <a16:creationId xmlns:a16="http://schemas.microsoft.com/office/drawing/2014/main" id="{DCEF80A7-7E47-EF94-D7CD-AE4AE6F651A2}"/>
              </a:ext>
            </a:extLst>
          </p:cNvPr>
          <p:cNvPicPr>
            <a:picLocks noChangeAspect="1"/>
          </p:cNvPicPr>
          <p:nvPr/>
        </p:nvPicPr>
        <p:blipFill>
          <a:blip r:embed="rId3"/>
          <a:stretch>
            <a:fillRect/>
          </a:stretch>
        </p:blipFill>
        <p:spPr>
          <a:xfrm>
            <a:off x="836113" y="1591689"/>
            <a:ext cx="5075152" cy="1826425"/>
          </a:xfrm>
          <a:prstGeom prst="rect">
            <a:avLst/>
          </a:prstGeom>
        </p:spPr>
      </p:pic>
      <p:pic>
        <p:nvPicPr>
          <p:cNvPr id="33" name="Image 32">
            <a:extLst>
              <a:ext uri="{FF2B5EF4-FFF2-40B4-BE49-F238E27FC236}">
                <a16:creationId xmlns:a16="http://schemas.microsoft.com/office/drawing/2014/main" id="{CEF59B44-9534-C1E3-775A-AA135F2A91BA}"/>
              </a:ext>
            </a:extLst>
          </p:cNvPr>
          <p:cNvPicPr>
            <a:picLocks noChangeAspect="1"/>
          </p:cNvPicPr>
          <p:nvPr/>
        </p:nvPicPr>
        <p:blipFill>
          <a:blip r:embed="rId4"/>
          <a:stretch>
            <a:fillRect/>
          </a:stretch>
        </p:blipFill>
        <p:spPr>
          <a:xfrm>
            <a:off x="836113" y="4738913"/>
            <a:ext cx="5889246" cy="957155"/>
          </a:xfrm>
          <a:prstGeom prst="rect">
            <a:avLst/>
          </a:prstGeom>
        </p:spPr>
      </p:pic>
      <p:sp>
        <p:nvSpPr>
          <p:cNvPr id="34" name="Flèche : bas 33">
            <a:extLst>
              <a:ext uri="{FF2B5EF4-FFF2-40B4-BE49-F238E27FC236}">
                <a16:creationId xmlns:a16="http://schemas.microsoft.com/office/drawing/2014/main" id="{F92189A2-FF1A-4695-8956-D8D8CAA7BBC8}"/>
              </a:ext>
            </a:extLst>
          </p:cNvPr>
          <p:cNvSpPr/>
          <p:nvPr/>
        </p:nvSpPr>
        <p:spPr>
          <a:xfrm>
            <a:off x="3341237" y="3810442"/>
            <a:ext cx="878997" cy="667657"/>
          </a:xfrm>
          <a:prstGeom prst="downArrow">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35" name="Rectangle 34">
            <a:extLst>
              <a:ext uri="{FF2B5EF4-FFF2-40B4-BE49-F238E27FC236}">
                <a16:creationId xmlns:a16="http://schemas.microsoft.com/office/drawing/2014/main" id="{27AD60E2-855A-69EE-F23A-BA1E582E9E64}"/>
              </a:ext>
            </a:extLst>
          </p:cNvPr>
          <p:cNvSpPr/>
          <p:nvPr/>
        </p:nvSpPr>
        <p:spPr>
          <a:xfrm>
            <a:off x="1086639" y="3862714"/>
            <a:ext cx="2472312" cy="4636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i="1" dirty="0">
                <a:solidFill>
                  <a:schemeClr val="tx1"/>
                </a:solidFill>
                <a:latin typeface="Segoe UI" panose="020B0502040204020203" pitchFamily="34" charset="0"/>
                <a:cs typeface="Segoe UI" panose="020B0502040204020203" pitchFamily="34" charset="0"/>
              </a:rPr>
              <a:t>Objectifs</a:t>
            </a:r>
          </a:p>
        </p:txBody>
      </p:sp>
      <p:sp>
        <p:nvSpPr>
          <p:cNvPr id="38" name="Rectangle S3 Header">
            <a:extLst>
              <a:ext uri="{FF2B5EF4-FFF2-40B4-BE49-F238E27FC236}">
                <a16:creationId xmlns:a16="http://schemas.microsoft.com/office/drawing/2014/main" id="{6BEF8A9D-3595-C502-4BC0-E9F452CC62F1}"/>
              </a:ext>
            </a:extLst>
          </p:cNvPr>
          <p:cNvSpPr/>
          <p:nvPr/>
        </p:nvSpPr>
        <p:spPr>
          <a:xfrm>
            <a:off x="7531785" y="2375461"/>
            <a:ext cx="3728357" cy="560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fr-FR" sz="1200" b="1" dirty="0">
                <a:solidFill>
                  <a:schemeClr val="bg1"/>
                </a:solidFill>
                <a:latin typeface="Segoe UI" panose="020B0502040204020203" pitchFamily="34" charset="0"/>
                <a:cs typeface="Segoe UI" panose="020B0502040204020203" pitchFamily="34" charset="0"/>
              </a:rPr>
              <a:t>Objectifs</a:t>
            </a:r>
          </a:p>
        </p:txBody>
      </p:sp>
      <p:sp>
        <p:nvSpPr>
          <p:cNvPr id="39" name="Rectangle S3 Body">
            <a:extLst>
              <a:ext uri="{FF2B5EF4-FFF2-40B4-BE49-F238E27FC236}">
                <a16:creationId xmlns:a16="http://schemas.microsoft.com/office/drawing/2014/main" id="{8473D947-EE9D-D18B-FD23-D4E5615D4967}"/>
              </a:ext>
            </a:extLst>
          </p:cNvPr>
          <p:cNvSpPr/>
          <p:nvPr/>
        </p:nvSpPr>
        <p:spPr>
          <a:xfrm>
            <a:off x="7531785" y="3017397"/>
            <a:ext cx="3728357" cy="1576818"/>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marR="0" lvl="0" indent="-171450" algn="l" defTabSz="914400" rtl="0" eaLnBrk="0" fontAlgn="base" latinLnBrk="0" hangingPunct="0">
              <a:lnSpc>
                <a:spcPct val="100000"/>
              </a:lnSpc>
              <a:spcBef>
                <a:spcPct val="0"/>
              </a:spcBef>
              <a:spcAft>
                <a:spcPct val="0"/>
              </a:spcAft>
              <a:buFont typeface="Arial" panose="020B0604020202020204" pitchFamily="34" charset="0"/>
              <a:buChar char="•"/>
            </a:pPr>
            <a:r>
              <a:rPr lang="fr-FR" sz="1200" dirty="0">
                <a:solidFill>
                  <a:schemeClr val="tx1"/>
                </a:solidFill>
                <a:latin typeface="Segoe UI" panose="020B0502040204020203" pitchFamily="34" charset="0"/>
                <a:cs typeface="Segoe UI" panose="020B0502040204020203" pitchFamily="34" charset="0"/>
              </a:rPr>
              <a:t>Exploiter les fonctionnalités IA CADI (Classifieurs ….)</a:t>
            </a:r>
          </a:p>
          <a:p>
            <a:pPr marL="171450" marR="0" lvl="0" indent="-171450" algn="l" defTabSz="914400" rtl="0" eaLnBrk="0" fontAlgn="base" latinLnBrk="0" hangingPunct="0">
              <a:lnSpc>
                <a:spcPct val="100000"/>
              </a:lnSpc>
              <a:spcBef>
                <a:spcPct val="0"/>
              </a:spcBef>
              <a:spcAft>
                <a:spcPct val="0"/>
              </a:spcAft>
              <a:buFont typeface="Arial" panose="020B0604020202020204" pitchFamily="34" charset="0"/>
              <a:buChar char="•"/>
            </a:pPr>
            <a:r>
              <a:rPr lang="fr-FR" sz="1200" dirty="0">
                <a:solidFill>
                  <a:schemeClr val="tx1"/>
                </a:solidFill>
                <a:latin typeface="Segoe UI" panose="020B0502040204020203" pitchFamily="34" charset="0"/>
                <a:cs typeface="Segoe UI" panose="020B0502040204020203" pitchFamily="34" charset="0"/>
              </a:rPr>
              <a:t>Exploiter les fonctionnalités OCR Studio (à terme)</a:t>
            </a:r>
          </a:p>
        </p:txBody>
      </p:sp>
      <p:sp>
        <p:nvSpPr>
          <p:cNvPr id="40" name="Espace réservé du texte 4">
            <a:extLst>
              <a:ext uri="{FF2B5EF4-FFF2-40B4-BE49-F238E27FC236}">
                <a16:creationId xmlns:a16="http://schemas.microsoft.com/office/drawing/2014/main" id="{30E8E58C-D1F9-CD74-A6BD-BFB5976A6F4B}"/>
              </a:ext>
            </a:extLst>
          </p:cNvPr>
          <p:cNvSpPr txBox="1">
            <a:spLocks/>
          </p:cNvSpPr>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800" b="1" cap="small" dirty="0">
                <a:solidFill>
                  <a:srgbClr val="003A8D"/>
                </a:solidFill>
                <a:ea typeface="+mj-ea"/>
              </a:rPr>
              <a:t>01. </a:t>
            </a:r>
            <a:r>
              <a:rPr lang="fr-FR" sz="1800" b="1" cap="small" dirty="0" err="1">
                <a:solidFill>
                  <a:srgbClr val="003A8D"/>
                </a:solidFill>
                <a:ea typeface="+mj-ea"/>
              </a:rPr>
              <a:t>Interop</a:t>
            </a:r>
            <a:r>
              <a:rPr lang="fr-FR" sz="1800" b="1" cap="small">
                <a:solidFill>
                  <a:srgbClr val="003A8D"/>
                </a:solidFill>
                <a:ea typeface="+mj-ea"/>
              </a:rPr>
              <a:t> OCRUS - CADI</a:t>
            </a:r>
            <a:endParaRPr lang="en-US" dirty="0"/>
          </a:p>
        </p:txBody>
      </p:sp>
    </p:spTree>
    <p:extLst>
      <p:ext uri="{BB962C8B-B14F-4D97-AF65-F5344CB8AC3E}">
        <p14:creationId xmlns:p14="http://schemas.microsoft.com/office/powerpoint/2010/main" val="2777633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a:xfrm>
            <a:off x="836113" y="339278"/>
            <a:ext cx="11016956" cy="526254"/>
          </a:xfrm>
        </p:spPr>
        <p:txBody>
          <a:bodyPr>
            <a:normAutofit fontScale="90000"/>
          </a:bodyPr>
          <a:lstStyle/>
          <a:p>
            <a:r>
              <a:rPr lang="fr-FR" sz="3200" b="1" cap="small" dirty="0">
                <a:latin typeface="Segoe UI" panose="020B0502040204020203" pitchFamily="34" charset="0"/>
                <a:cs typeface="Segoe UI" panose="020B0502040204020203" pitchFamily="34" charset="0"/>
              </a:rPr>
              <a:t>Refonte technique </a:t>
            </a:r>
            <a:r>
              <a:rPr lang="fr-FR" sz="3200" b="1" cap="small" dirty="0" err="1">
                <a:latin typeface="Segoe UI" panose="020B0502040204020203" pitchFamily="34" charset="0"/>
                <a:cs typeface="Segoe UI" panose="020B0502040204020203" pitchFamily="34" charset="0"/>
              </a:rPr>
              <a:t>SyoReader</a:t>
            </a:r>
            <a:r>
              <a:rPr lang="fr-FR" sz="3200" b="1" cap="small" dirty="0">
                <a:latin typeface="Segoe UI" panose="020B0502040204020203" pitchFamily="34" charset="0"/>
                <a:cs typeface="Segoe UI" panose="020B0502040204020203" pitchFamily="34" charset="0"/>
              </a:rPr>
              <a:t> et impacts sur les </a:t>
            </a:r>
            <a:r>
              <a:rPr lang="fr-FR" sz="3200" b="1" cap="small" dirty="0" err="1">
                <a:latin typeface="Segoe UI" panose="020B0502040204020203" pitchFamily="34" charset="0"/>
                <a:cs typeface="Segoe UI" panose="020B0502040204020203" pitchFamily="34" charset="0"/>
              </a:rPr>
              <a:t>CWs</a:t>
            </a:r>
            <a:endParaRPr lang="fr-FR" sz="3200" b="1" cap="small" dirty="0">
              <a:latin typeface="Segoe UI" panose="020B0502040204020203" pitchFamily="34" charset="0"/>
              <a:cs typeface="Segoe UI" panose="020B0502040204020203" pitchFamily="34" charset="0"/>
            </a:endParaRPr>
          </a:p>
        </p:txBody>
      </p:sp>
      <p:sp>
        <p:nvSpPr>
          <p:cNvPr id="60" name="Espace réservé du texte 4">
            <a:extLst>
              <a:ext uri="{FF2B5EF4-FFF2-40B4-BE49-F238E27FC236}">
                <a16:creationId xmlns:a16="http://schemas.microsoft.com/office/drawing/2014/main" id="{615768C4-2528-4BED-B92B-DFD23D135E48}"/>
              </a:ext>
            </a:extLst>
          </p:cNvPr>
          <p:cNvSpPr txBox="1">
            <a:spLocks/>
          </p:cNvSpPr>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800" b="1" cap="small" dirty="0">
                <a:solidFill>
                  <a:srgbClr val="003A8D"/>
                </a:solidFill>
                <a:ea typeface="+mj-ea"/>
              </a:rPr>
              <a:t>01. Rappel de l’</a:t>
            </a:r>
            <a:r>
              <a:rPr lang="fr-FR" sz="1800" b="1" cap="small" dirty="0" err="1">
                <a:solidFill>
                  <a:srgbClr val="003A8D"/>
                </a:solidFill>
                <a:ea typeface="+mj-ea"/>
              </a:rPr>
              <a:t>architecure</a:t>
            </a:r>
            <a:r>
              <a:rPr lang="fr-FR" sz="1800" b="1" cap="small" dirty="0">
                <a:solidFill>
                  <a:srgbClr val="003A8D"/>
                </a:solidFill>
                <a:ea typeface="+mj-ea"/>
              </a:rPr>
              <a:t> OCRUS</a:t>
            </a:r>
            <a:endParaRPr lang="en-US" dirty="0"/>
          </a:p>
        </p:txBody>
      </p:sp>
      <p:sp>
        <p:nvSpPr>
          <p:cNvPr id="24" name="Rectangle 23">
            <a:extLst>
              <a:ext uri="{FF2B5EF4-FFF2-40B4-BE49-F238E27FC236}">
                <a16:creationId xmlns:a16="http://schemas.microsoft.com/office/drawing/2014/main" id="{C6047DDA-6D67-4DFD-8F9B-32FBE2C30B35}"/>
              </a:ext>
            </a:extLst>
          </p:cNvPr>
          <p:cNvSpPr/>
          <p:nvPr/>
        </p:nvSpPr>
        <p:spPr>
          <a:xfrm>
            <a:off x="6195484" y="2540668"/>
            <a:ext cx="2334684" cy="414866"/>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err="1">
                <a:solidFill>
                  <a:schemeClr val="bg1"/>
                </a:solidFill>
                <a:latin typeface="Segoe UI" panose="020B0502040204020203" pitchFamily="34" charset="0"/>
                <a:cs typeface="Segoe UI" panose="020B0502040204020203" pitchFamily="34" charset="0"/>
              </a:rPr>
              <a:t>ImageClassifyAndExtract</a:t>
            </a:r>
            <a:endParaRPr lang="fr-FR" sz="1400" dirty="0">
              <a:solidFill>
                <a:schemeClr val="bg1"/>
              </a:solidFill>
              <a:latin typeface="Segoe UI" panose="020B0502040204020203" pitchFamily="34" charset="0"/>
              <a:cs typeface="Segoe UI" panose="020B0502040204020203" pitchFamily="34" charset="0"/>
            </a:endParaRPr>
          </a:p>
        </p:txBody>
      </p:sp>
      <p:sp>
        <p:nvSpPr>
          <p:cNvPr id="25" name="Rectangle 24">
            <a:extLst>
              <a:ext uri="{FF2B5EF4-FFF2-40B4-BE49-F238E27FC236}">
                <a16:creationId xmlns:a16="http://schemas.microsoft.com/office/drawing/2014/main" id="{EE738B65-B8FD-4275-A860-91B188797E35}"/>
              </a:ext>
            </a:extLst>
          </p:cNvPr>
          <p:cNvSpPr/>
          <p:nvPr/>
        </p:nvSpPr>
        <p:spPr>
          <a:xfrm>
            <a:off x="6096000" y="2540668"/>
            <a:ext cx="2334684" cy="414866"/>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err="1">
                <a:solidFill>
                  <a:schemeClr val="bg1"/>
                </a:solidFill>
                <a:latin typeface="Segoe UI" panose="020B0502040204020203" pitchFamily="34" charset="0"/>
                <a:cs typeface="Segoe UI" panose="020B0502040204020203" pitchFamily="34" charset="0"/>
              </a:rPr>
              <a:t>ImageClassifyAndExtract</a:t>
            </a:r>
            <a:endParaRPr lang="fr-FR" sz="1400" dirty="0">
              <a:solidFill>
                <a:schemeClr val="bg1"/>
              </a:solidFill>
              <a:latin typeface="Segoe UI" panose="020B0502040204020203" pitchFamily="34" charset="0"/>
              <a:cs typeface="Segoe UI" panose="020B0502040204020203" pitchFamily="34" charset="0"/>
            </a:endParaRPr>
          </a:p>
        </p:txBody>
      </p:sp>
      <p:sp>
        <p:nvSpPr>
          <p:cNvPr id="26" name="Rectangle 25">
            <a:extLst>
              <a:ext uri="{FF2B5EF4-FFF2-40B4-BE49-F238E27FC236}">
                <a16:creationId xmlns:a16="http://schemas.microsoft.com/office/drawing/2014/main" id="{DB3B8D8D-8587-418E-8435-B4C950EE95B1}"/>
              </a:ext>
            </a:extLst>
          </p:cNvPr>
          <p:cNvSpPr/>
          <p:nvPr/>
        </p:nvSpPr>
        <p:spPr>
          <a:xfrm>
            <a:off x="9001125" y="2540668"/>
            <a:ext cx="2334684" cy="414866"/>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err="1">
                <a:solidFill>
                  <a:schemeClr val="bg1"/>
                </a:solidFill>
                <a:latin typeface="Segoe UI" panose="020B0502040204020203" pitchFamily="34" charset="0"/>
                <a:cs typeface="Segoe UI" panose="020B0502040204020203" pitchFamily="34" charset="0"/>
              </a:rPr>
              <a:t>CadiClassifyAndExtract</a:t>
            </a:r>
            <a:endParaRPr lang="fr-FR" sz="1400" dirty="0">
              <a:solidFill>
                <a:schemeClr val="bg1"/>
              </a:solidFill>
              <a:latin typeface="Segoe UI" panose="020B0502040204020203" pitchFamily="34" charset="0"/>
              <a:cs typeface="Segoe UI" panose="020B0502040204020203" pitchFamily="34" charset="0"/>
            </a:endParaRPr>
          </a:p>
        </p:txBody>
      </p:sp>
      <p:sp>
        <p:nvSpPr>
          <p:cNvPr id="28" name="Rectangle 27">
            <a:extLst>
              <a:ext uri="{FF2B5EF4-FFF2-40B4-BE49-F238E27FC236}">
                <a16:creationId xmlns:a16="http://schemas.microsoft.com/office/drawing/2014/main" id="{733D175F-35CC-4E88-A65A-B4985A6045DF}"/>
              </a:ext>
            </a:extLst>
          </p:cNvPr>
          <p:cNvSpPr/>
          <p:nvPr/>
        </p:nvSpPr>
        <p:spPr>
          <a:xfrm>
            <a:off x="6423481" y="3049350"/>
            <a:ext cx="1679722" cy="2268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lang="fr-FR" sz="800" dirty="0">
                <a:solidFill>
                  <a:schemeClr val="tx1"/>
                </a:solidFill>
                <a:latin typeface="Segoe UI" panose="020B0502040204020203" pitchFamily="34" charset="0"/>
                <a:cs typeface="Segoe UI" panose="020B0502040204020203" pitchFamily="34" charset="0"/>
              </a:rPr>
              <a:t>Adapter </a:t>
            </a:r>
            <a:r>
              <a:rPr lang="fr-FR" sz="800" dirty="0" err="1">
                <a:solidFill>
                  <a:schemeClr val="tx1"/>
                </a:solidFill>
                <a:latin typeface="Segoe UI" panose="020B0502040204020203" pitchFamily="34" charset="0"/>
                <a:cs typeface="Segoe UI" panose="020B0502040204020203" pitchFamily="34" charset="0"/>
              </a:rPr>
              <a:t>SyoReader</a:t>
            </a:r>
            <a:r>
              <a:rPr lang="fr-FR" sz="800" dirty="0">
                <a:solidFill>
                  <a:schemeClr val="tx1"/>
                </a:solidFill>
                <a:latin typeface="Segoe UI" panose="020B0502040204020203" pitchFamily="34" charset="0"/>
                <a:cs typeface="Segoe UI" panose="020B0502040204020203" pitchFamily="34" charset="0"/>
              </a:rPr>
              <a:t> existant</a:t>
            </a:r>
          </a:p>
        </p:txBody>
      </p:sp>
      <p:sp>
        <p:nvSpPr>
          <p:cNvPr id="29" name="Rectangle 28">
            <a:extLst>
              <a:ext uri="{FF2B5EF4-FFF2-40B4-BE49-F238E27FC236}">
                <a16:creationId xmlns:a16="http://schemas.microsoft.com/office/drawing/2014/main" id="{7887F24D-70EE-4E59-AA53-18ADBA49F23C}"/>
              </a:ext>
            </a:extLst>
          </p:cNvPr>
          <p:cNvSpPr/>
          <p:nvPr/>
        </p:nvSpPr>
        <p:spPr>
          <a:xfrm>
            <a:off x="9328607" y="3049350"/>
            <a:ext cx="1679722" cy="2268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lang="fr-FR" sz="800" dirty="0">
                <a:solidFill>
                  <a:schemeClr val="tx1"/>
                </a:solidFill>
                <a:latin typeface="Segoe UI" panose="020B0502040204020203" pitchFamily="34" charset="0"/>
                <a:cs typeface="Segoe UI" panose="020B0502040204020203" pitchFamily="34" charset="0"/>
              </a:rPr>
              <a:t>CADI adapter de OCR</a:t>
            </a:r>
          </a:p>
        </p:txBody>
      </p:sp>
      <p:sp>
        <p:nvSpPr>
          <p:cNvPr id="30" name="Rectangle 29">
            <a:extLst>
              <a:ext uri="{FF2B5EF4-FFF2-40B4-BE49-F238E27FC236}">
                <a16:creationId xmlns:a16="http://schemas.microsoft.com/office/drawing/2014/main" id="{AC14AF4C-D85E-4CC5-8CE5-EA8B340E57EA}"/>
              </a:ext>
            </a:extLst>
          </p:cNvPr>
          <p:cNvSpPr/>
          <p:nvPr/>
        </p:nvSpPr>
        <p:spPr>
          <a:xfrm>
            <a:off x="7362826" y="1714100"/>
            <a:ext cx="2805643" cy="414866"/>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err="1">
                <a:solidFill>
                  <a:schemeClr val="bg1"/>
                </a:solidFill>
                <a:latin typeface="Segoe UI" panose="020B0502040204020203" pitchFamily="34" charset="0"/>
                <a:cs typeface="Segoe UI" panose="020B0502040204020203" pitchFamily="34" charset="0"/>
              </a:rPr>
              <a:t>IClassifyAndExtract</a:t>
            </a:r>
            <a:endParaRPr lang="fr-FR" sz="1400" dirty="0">
              <a:solidFill>
                <a:schemeClr val="bg1"/>
              </a:solidFill>
              <a:latin typeface="Segoe UI" panose="020B0502040204020203" pitchFamily="34" charset="0"/>
              <a:cs typeface="Segoe UI" panose="020B0502040204020203" pitchFamily="34" charset="0"/>
            </a:endParaRPr>
          </a:p>
        </p:txBody>
      </p:sp>
      <p:sp>
        <p:nvSpPr>
          <p:cNvPr id="31" name="Rectangle 30">
            <a:extLst>
              <a:ext uri="{FF2B5EF4-FFF2-40B4-BE49-F238E27FC236}">
                <a16:creationId xmlns:a16="http://schemas.microsoft.com/office/drawing/2014/main" id="{C5543F99-E594-4932-9B3D-7E6D1D466DE4}"/>
              </a:ext>
            </a:extLst>
          </p:cNvPr>
          <p:cNvSpPr/>
          <p:nvPr/>
        </p:nvSpPr>
        <p:spPr>
          <a:xfrm>
            <a:off x="7925786" y="1487246"/>
            <a:ext cx="1679722" cy="2268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lang="fr-FR" sz="800" i="1" dirty="0">
                <a:solidFill>
                  <a:schemeClr val="tx1"/>
                </a:solidFill>
                <a:latin typeface="Segoe UI" panose="020B0502040204020203" pitchFamily="34" charset="0"/>
                <a:cs typeface="Segoe UI" panose="020B0502040204020203" pitchFamily="34" charset="0"/>
              </a:rPr>
              <a:t>&lt;&lt;Interface&gt;&gt;</a:t>
            </a:r>
          </a:p>
        </p:txBody>
      </p:sp>
      <p:cxnSp>
        <p:nvCxnSpPr>
          <p:cNvPr id="9" name="Connecteur droit avec flèche 8">
            <a:extLst>
              <a:ext uri="{FF2B5EF4-FFF2-40B4-BE49-F238E27FC236}">
                <a16:creationId xmlns:a16="http://schemas.microsoft.com/office/drawing/2014/main" id="{CE048936-1C55-4746-9748-91872FECD453}"/>
              </a:ext>
            </a:extLst>
          </p:cNvPr>
          <p:cNvCxnSpPr>
            <a:stCxn id="25" idx="0"/>
            <a:endCxn id="30" idx="2"/>
          </p:cNvCxnSpPr>
          <p:nvPr/>
        </p:nvCxnSpPr>
        <p:spPr>
          <a:xfrm flipV="1">
            <a:off x="7263342" y="2128966"/>
            <a:ext cx="1502306" cy="411702"/>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0A8C4836-4377-49E5-AA38-A9E28E4BC489}"/>
              </a:ext>
            </a:extLst>
          </p:cNvPr>
          <p:cNvSpPr/>
          <p:nvPr/>
        </p:nvSpPr>
        <p:spPr>
          <a:xfrm>
            <a:off x="6522965" y="2219808"/>
            <a:ext cx="1679722" cy="2268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lang="fr-FR" sz="800" i="1" dirty="0">
                <a:solidFill>
                  <a:schemeClr val="tx1"/>
                </a:solidFill>
                <a:latin typeface="Segoe UI" panose="020B0502040204020203" pitchFamily="34" charset="0"/>
                <a:cs typeface="Segoe UI" panose="020B0502040204020203" pitchFamily="34" charset="0"/>
              </a:rPr>
              <a:t>&lt;&lt;</a:t>
            </a:r>
            <a:r>
              <a:rPr lang="fr-FR" sz="800" i="1" dirty="0" err="1">
                <a:solidFill>
                  <a:schemeClr val="tx1"/>
                </a:solidFill>
                <a:latin typeface="Segoe UI" panose="020B0502040204020203" pitchFamily="34" charset="0"/>
                <a:cs typeface="Segoe UI" panose="020B0502040204020203" pitchFamily="34" charset="0"/>
              </a:rPr>
              <a:t>implements</a:t>
            </a:r>
            <a:r>
              <a:rPr lang="fr-FR" sz="800" i="1" dirty="0">
                <a:solidFill>
                  <a:schemeClr val="tx1"/>
                </a:solidFill>
                <a:latin typeface="Segoe UI" panose="020B0502040204020203" pitchFamily="34" charset="0"/>
                <a:cs typeface="Segoe UI" panose="020B0502040204020203" pitchFamily="34" charset="0"/>
              </a:rPr>
              <a:t>&gt;&gt;</a:t>
            </a:r>
          </a:p>
        </p:txBody>
      </p:sp>
      <p:cxnSp>
        <p:nvCxnSpPr>
          <p:cNvPr id="11" name="Connecteur droit avec flèche 10">
            <a:extLst>
              <a:ext uri="{FF2B5EF4-FFF2-40B4-BE49-F238E27FC236}">
                <a16:creationId xmlns:a16="http://schemas.microsoft.com/office/drawing/2014/main" id="{F314EF02-192A-4FAA-9F7A-9C2300621C5C}"/>
              </a:ext>
            </a:extLst>
          </p:cNvPr>
          <p:cNvCxnSpPr>
            <a:stCxn id="26" idx="0"/>
            <a:endCxn id="30" idx="2"/>
          </p:cNvCxnSpPr>
          <p:nvPr/>
        </p:nvCxnSpPr>
        <p:spPr>
          <a:xfrm flipH="1" flipV="1">
            <a:off x="8765648" y="2128966"/>
            <a:ext cx="1402819" cy="411702"/>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BF76F76E-20AC-4A0B-BBDC-7DAC0A48D641}"/>
              </a:ext>
            </a:extLst>
          </p:cNvPr>
          <p:cNvSpPr/>
          <p:nvPr/>
        </p:nvSpPr>
        <p:spPr>
          <a:xfrm>
            <a:off x="9287183" y="2219808"/>
            <a:ext cx="1679722" cy="2268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algn="ctr" defTabSz="914400" rtl="0" eaLnBrk="0" fontAlgn="base" latinLnBrk="0" hangingPunct="0">
              <a:lnSpc>
                <a:spcPct val="100000"/>
              </a:lnSpc>
              <a:spcBef>
                <a:spcPct val="0"/>
              </a:spcBef>
              <a:spcAft>
                <a:spcPct val="0"/>
              </a:spcAft>
              <a:buClrTx/>
              <a:buSzTx/>
              <a:tabLst/>
            </a:pPr>
            <a:r>
              <a:rPr lang="fr-FR" sz="800" i="1" dirty="0">
                <a:solidFill>
                  <a:schemeClr val="tx1"/>
                </a:solidFill>
                <a:latin typeface="Segoe UI" panose="020B0502040204020203" pitchFamily="34" charset="0"/>
                <a:cs typeface="Segoe UI" panose="020B0502040204020203" pitchFamily="34" charset="0"/>
              </a:rPr>
              <a:t>&lt;&lt;</a:t>
            </a:r>
            <a:r>
              <a:rPr lang="fr-FR" sz="800" i="1" dirty="0" err="1">
                <a:solidFill>
                  <a:schemeClr val="tx1"/>
                </a:solidFill>
                <a:latin typeface="Segoe UI" panose="020B0502040204020203" pitchFamily="34" charset="0"/>
                <a:cs typeface="Segoe UI" panose="020B0502040204020203" pitchFamily="34" charset="0"/>
              </a:rPr>
              <a:t>implements</a:t>
            </a:r>
            <a:r>
              <a:rPr lang="fr-FR" sz="800" i="1" dirty="0">
                <a:solidFill>
                  <a:schemeClr val="tx1"/>
                </a:solidFill>
                <a:latin typeface="Segoe UI" panose="020B0502040204020203" pitchFamily="34" charset="0"/>
                <a:cs typeface="Segoe UI" panose="020B0502040204020203" pitchFamily="34" charset="0"/>
              </a:rPr>
              <a:t>&gt;&gt;</a:t>
            </a:r>
          </a:p>
        </p:txBody>
      </p:sp>
      <p:sp>
        <p:nvSpPr>
          <p:cNvPr id="46" name="Rectangle 45">
            <a:extLst>
              <a:ext uri="{FF2B5EF4-FFF2-40B4-BE49-F238E27FC236}">
                <a16:creationId xmlns:a16="http://schemas.microsoft.com/office/drawing/2014/main" id="{B1FCFAD1-858B-4168-BD44-1C4019B5E539}"/>
              </a:ext>
            </a:extLst>
          </p:cNvPr>
          <p:cNvSpPr/>
          <p:nvPr/>
        </p:nvSpPr>
        <p:spPr>
          <a:xfrm>
            <a:off x="6028956" y="4020823"/>
            <a:ext cx="5239809" cy="5070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R="0" lvl="0" algn="l" defTabSz="914400" rtl="0" eaLnBrk="0" fontAlgn="base" latinLnBrk="0" hangingPunct="0">
              <a:lnSpc>
                <a:spcPct val="100000"/>
              </a:lnSpc>
              <a:spcBef>
                <a:spcPct val="0"/>
              </a:spcBef>
              <a:spcAft>
                <a:spcPct val="0"/>
              </a:spcAft>
              <a:buClrTx/>
              <a:buSzTx/>
              <a:tabLst/>
            </a:pP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Le code métier </a:t>
            </a:r>
            <a:r>
              <a:rPr lang="fr-FR" altLang="fr-FR" sz="1000" dirty="0">
                <a:solidFill>
                  <a:schemeClr val="tx1"/>
                </a:solidFill>
                <a:latin typeface="Segoe UI" panose="020B0502040204020203" pitchFamily="34" charset="0"/>
                <a:cs typeface="Segoe UI" panose="020B0502040204020203" pitchFamily="34" charset="0"/>
              </a:rPr>
              <a:t> du CW </a:t>
            </a: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workflow passe toujours par une utilisation de l’interface </a:t>
            </a:r>
            <a:r>
              <a:rPr kumimoji="0" lang="fr-FR" altLang="fr-FR" sz="1000" b="0" i="0" u="none" strike="noStrike" cap="none" normalizeH="0" baseline="0" dirty="0" err="1">
                <a:ln>
                  <a:noFill/>
                </a:ln>
                <a:solidFill>
                  <a:schemeClr val="tx1"/>
                </a:solidFill>
                <a:effectLst/>
                <a:latin typeface="Segoe UI" panose="020B0502040204020203" pitchFamily="34" charset="0"/>
                <a:cs typeface="Segoe UI" panose="020B0502040204020203" pitchFamily="34" charset="0"/>
              </a:rPr>
              <a:t>Ocrus</a:t>
            </a: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 </a:t>
            </a:r>
            <a:r>
              <a:rPr kumimoji="0" lang="fr-FR" altLang="fr-FR" sz="1000" b="0" i="1" u="none" strike="noStrike" cap="none" normalizeH="0" baseline="0" dirty="0" err="1">
                <a:ln>
                  <a:noFill/>
                </a:ln>
                <a:solidFill>
                  <a:schemeClr val="tx1"/>
                </a:solidFill>
                <a:effectLst/>
                <a:latin typeface="Segoe UI" panose="020B0502040204020203" pitchFamily="34" charset="0"/>
                <a:cs typeface="Segoe UI" panose="020B0502040204020203" pitchFamily="34" charset="0"/>
              </a:rPr>
              <a:t>IClassifyAndExtract</a:t>
            </a:r>
            <a:r>
              <a:rPr kumimoji="0" lang="fr-FR" altLang="fr-FR" sz="1000" b="0" i="1" u="none" strike="noStrike" cap="none" normalizeH="0" baseline="0" dirty="0">
                <a:ln>
                  <a:noFill/>
                </a:ln>
                <a:solidFill>
                  <a:schemeClr val="tx1"/>
                </a:solidFill>
                <a:effectLst/>
                <a:latin typeface="Segoe UI" panose="020B0502040204020203" pitchFamily="34" charset="0"/>
                <a:cs typeface="Segoe UI" panose="020B0502040204020203" pitchFamily="34" charset="0"/>
              </a:rPr>
              <a:t> (aucun dépendance avec le fournisseur / adapter)</a:t>
            </a:r>
            <a:endParaRPr lang="fr-FR" sz="1000" i="1" dirty="0">
              <a:solidFill>
                <a:schemeClr val="tx1"/>
              </a:solidFill>
              <a:latin typeface="Segoe UI" panose="020B0502040204020203" pitchFamily="34" charset="0"/>
              <a:cs typeface="Segoe UI" panose="020B0502040204020203" pitchFamily="34" charset="0"/>
            </a:endParaRPr>
          </a:p>
        </p:txBody>
      </p:sp>
      <p:sp>
        <p:nvSpPr>
          <p:cNvPr id="48" name="Rectangle 47">
            <a:extLst>
              <a:ext uri="{FF2B5EF4-FFF2-40B4-BE49-F238E27FC236}">
                <a16:creationId xmlns:a16="http://schemas.microsoft.com/office/drawing/2014/main" id="{F6725751-DF89-421B-8F89-8FE63F04627B}"/>
              </a:ext>
            </a:extLst>
          </p:cNvPr>
          <p:cNvSpPr/>
          <p:nvPr/>
        </p:nvSpPr>
        <p:spPr>
          <a:xfrm>
            <a:off x="6000116" y="4429030"/>
            <a:ext cx="5297488" cy="8963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R="0" lvl="0" defTabSz="914400" rtl="0" eaLnBrk="0" fontAlgn="base" latinLnBrk="0" hangingPunct="0">
              <a:lnSpc>
                <a:spcPct val="100000"/>
              </a:lnSpc>
              <a:spcBef>
                <a:spcPct val="0"/>
              </a:spcBef>
              <a:spcAft>
                <a:spcPct val="0"/>
              </a:spcAft>
              <a:buClrTx/>
              <a:buSzTx/>
              <a:tabLst/>
            </a:pPr>
            <a:r>
              <a:rPr kumimoji="0" lang="fr-FR" altLang="fr-FR" sz="1000" b="1" i="1" u="none" strike="noStrike" cap="none" normalizeH="0" baseline="0" dirty="0">
                <a:ln>
                  <a:noFill/>
                </a:ln>
                <a:solidFill>
                  <a:schemeClr val="tx1"/>
                </a:solidFill>
                <a:effectLst/>
                <a:latin typeface="Segoe UI" panose="020B0502040204020203" pitchFamily="34" charset="0"/>
                <a:cs typeface="Segoe UI" panose="020B0502040204020203" pitchFamily="34" charset="0"/>
              </a:rPr>
              <a:t>Complexité : </a:t>
            </a:r>
            <a:r>
              <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rPr>
              <a:t>Faible (La mise en place du connecteur doit avoir un charge faible, c’est la charge du test de montée en charge qu’il faut valider + l’impact sur les performances CADI)</a:t>
            </a:r>
          </a:p>
          <a:p>
            <a:pPr marR="0" lvl="0" defTabSz="914400" rtl="0" eaLnBrk="0" fontAlgn="base" latinLnBrk="0" hangingPunct="0">
              <a:lnSpc>
                <a:spcPct val="100000"/>
              </a:lnSpc>
              <a:spcBef>
                <a:spcPct val="0"/>
              </a:spcBef>
              <a:spcAft>
                <a:spcPct val="0"/>
              </a:spcAft>
              <a:buClrTx/>
              <a:buSzTx/>
              <a:tabLst/>
            </a:pPr>
            <a:r>
              <a:rPr lang="fr-FR" altLang="fr-FR" sz="1000" b="1" i="1" dirty="0">
                <a:solidFill>
                  <a:schemeClr val="tx1"/>
                </a:solidFill>
                <a:latin typeface="Segoe UI" panose="020B0502040204020203" pitchFamily="34" charset="0"/>
                <a:cs typeface="Segoe UI" panose="020B0502040204020203" pitchFamily="34" charset="0"/>
              </a:rPr>
              <a:t>Retro comptabilité : </a:t>
            </a:r>
            <a:r>
              <a:rPr lang="fr-FR" altLang="fr-FR" sz="1000" dirty="0">
                <a:solidFill>
                  <a:schemeClr val="tx1"/>
                </a:solidFill>
                <a:latin typeface="Segoe UI" panose="020B0502040204020203" pitchFamily="34" charset="0"/>
                <a:cs typeface="Segoe UI" panose="020B0502040204020203" pitchFamily="34" charset="0"/>
              </a:rPr>
              <a:t>oui</a:t>
            </a:r>
            <a:endParaRPr kumimoji="0" lang="fr-FR" altLang="fr-FR" sz="1000" b="0" i="0" u="none" strike="noStrike" cap="none" normalizeH="0" baseline="0" dirty="0">
              <a:ln>
                <a:noFill/>
              </a:ln>
              <a:solidFill>
                <a:schemeClr val="tx1"/>
              </a:solidFill>
              <a:effectLst/>
              <a:latin typeface="Segoe UI" panose="020B0502040204020203" pitchFamily="34" charset="0"/>
              <a:cs typeface="Segoe UI" panose="020B0502040204020203" pitchFamily="34" charset="0"/>
            </a:endParaRPr>
          </a:p>
          <a:p>
            <a:pPr marR="0" lvl="0" defTabSz="914400" rtl="0" eaLnBrk="0" fontAlgn="base" latinLnBrk="0" hangingPunct="0">
              <a:lnSpc>
                <a:spcPct val="100000"/>
              </a:lnSpc>
              <a:spcBef>
                <a:spcPct val="0"/>
              </a:spcBef>
              <a:spcAft>
                <a:spcPct val="0"/>
              </a:spcAft>
              <a:buClrTx/>
              <a:buSzTx/>
              <a:tabLst/>
            </a:pPr>
            <a:endParaRPr lang="fr-FR" sz="1000" i="1" dirty="0">
              <a:solidFill>
                <a:schemeClr val="tx1"/>
              </a:solidFill>
              <a:latin typeface="Segoe UI" panose="020B0502040204020203" pitchFamily="34" charset="0"/>
              <a:cs typeface="Segoe UI" panose="020B0502040204020203" pitchFamily="34" charset="0"/>
            </a:endParaRPr>
          </a:p>
        </p:txBody>
      </p:sp>
      <p:sp>
        <p:nvSpPr>
          <p:cNvPr id="22" name="Rectangle 21">
            <a:extLst>
              <a:ext uri="{FF2B5EF4-FFF2-40B4-BE49-F238E27FC236}">
                <a16:creationId xmlns:a16="http://schemas.microsoft.com/office/drawing/2014/main" id="{4607801F-CA11-4899-AF50-3CB15301F6E6}"/>
              </a:ext>
            </a:extLst>
          </p:cNvPr>
          <p:cNvSpPr/>
          <p:nvPr/>
        </p:nvSpPr>
        <p:spPr>
          <a:xfrm>
            <a:off x="6028957" y="3444611"/>
            <a:ext cx="5239809" cy="2268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R="0" lvl="0" algn="ctr" defTabSz="914400" rtl="0" eaLnBrk="0" fontAlgn="base" latinLnBrk="0" hangingPunct="0">
              <a:lnSpc>
                <a:spcPct val="100000"/>
              </a:lnSpc>
              <a:spcBef>
                <a:spcPct val="0"/>
              </a:spcBef>
              <a:spcAft>
                <a:spcPct val="0"/>
              </a:spcAft>
              <a:buClrTx/>
              <a:buSzTx/>
              <a:tabLst/>
            </a:pPr>
            <a:r>
              <a:rPr kumimoji="0" lang="fr-FR" altLang="fr-FR" sz="1000" b="0" i="1" u="none" strike="noStrike" cap="none" normalizeH="0" baseline="0" dirty="0">
                <a:ln>
                  <a:noFill/>
                </a:ln>
                <a:solidFill>
                  <a:schemeClr val="tx1"/>
                </a:solidFill>
                <a:effectLst/>
                <a:latin typeface="Segoe UI" panose="020B0502040204020203" pitchFamily="34" charset="0"/>
                <a:cs typeface="Segoe UI" panose="020B0502040204020203" pitchFamily="34" charset="0"/>
              </a:rPr>
              <a:t>Pattern de mise en place d’un composant OCR sur OCRUS</a:t>
            </a:r>
            <a:endParaRPr lang="fr-FR" sz="1000" i="1" dirty="0">
              <a:solidFill>
                <a:schemeClr val="tx1"/>
              </a:solidFill>
              <a:latin typeface="Segoe UI" panose="020B0502040204020203" pitchFamily="34" charset="0"/>
              <a:cs typeface="Segoe UI" panose="020B0502040204020203" pitchFamily="34" charset="0"/>
            </a:endParaRPr>
          </a:p>
        </p:txBody>
      </p:sp>
      <p:pic>
        <p:nvPicPr>
          <p:cNvPr id="7" name="Image 6">
            <a:extLst>
              <a:ext uri="{FF2B5EF4-FFF2-40B4-BE49-F238E27FC236}">
                <a16:creationId xmlns:a16="http://schemas.microsoft.com/office/drawing/2014/main" id="{D2ADA24B-D43B-46CE-AE2E-F50DE93C6B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4663" y="1682122"/>
            <a:ext cx="4203588" cy="3461778"/>
          </a:xfrm>
          <a:prstGeom prst="rect">
            <a:avLst/>
          </a:prstGeom>
        </p:spPr>
      </p:pic>
      <p:sp>
        <p:nvSpPr>
          <p:cNvPr id="19" name="Rectangle 18">
            <a:extLst>
              <a:ext uri="{FF2B5EF4-FFF2-40B4-BE49-F238E27FC236}">
                <a16:creationId xmlns:a16="http://schemas.microsoft.com/office/drawing/2014/main" id="{B4C8C4E0-E889-481B-99BB-684C7771E4F8}"/>
              </a:ext>
            </a:extLst>
          </p:cNvPr>
          <p:cNvSpPr/>
          <p:nvPr/>
        </p:nvSpPr>
        <p:spPr>
          <a:xfrm>
            <a:off x="789187" y="1179597"/>
            <a:ext cx="4369924" cy="12670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tx1"/>
                </a:solidFill>
                <a:latin typeface="Segoe UI" panose="020B0502040204020203" pitchFamily="34" charset="0"/>
                <a:cs typeface="Segoe UI" panose="020B0502040204020203" pitchFamily="34" charset="0"/>
              </a:rPr>
              <a:t>OCRUS crée l’abstraction</a:t>
            </a:r>
          </a:p>
          <a:p>
            <a:pPr algn="ctr"/>
            <a:r>
              <a:rPr lang="fr-FR" sz="1000" dirty="0">
                <a:solidFill>
                  <a:schemeClr val="tx1"/>
                </a:solidFill>
                <a:latin typeface="Segoe UI" panose="020B0502040204020203" pitchFamily="34" charset="0"/>
                <a:cs typeface="Segoe UI" panose="020B0502040204020203" pitchFamily="34" charset="0"/>
              </a:rPr>
              <a:t>OCRUS expose une interface unique qui masque le moteur OCR sous-jacent : intégrer un nouveau moteur revient à ajouter un adapter, sans impact sur le métier.</a:t>
            </a:r>
          </a:p>
        </p:txBody>
      </p:sp>
      <p:sp>
        <p:nvSpPr>
          <p:cNvPr id="70" name="Rectangle Migration Gains"/>
          <p:cNvSpPr/>
          <p:nvPr/>
        </p:nvSpPr>
        <p:spPr>
          <a:xfrm>
            <a:off x="994489" y="5210000"/>
            <a:ext cx="4203588" cy="1170000"/>
          </a:xfrm>
          <a:prstGeom prst="rect">
            <a:avLst/>
          </a:prstGeom>
          <a:noFill/>
          <a:ln>
            <a:noFill/>
          </a:ln>
        </p:spPr>
        <p:txBody>
          <a:bodyPr rtlCol="0" anchor="ctr">
            <a:normAutofit/>
          </a:bodyPr>
          <a:lstStyle/>
          <a:p>
            <a:pPr marL="0" indent="0" algn="l"/>
            <a:r>
              <a:rPr lang="fr-FR" sz="1000" b="1" dirty="0">
                <a:solidFill>
                  <a:srgbClr val="002060"/>
                </a:solidFill>
                <a:latin typeface="Segoe UI" panose="020B0502040204020203" pitchFamily="34" charset="0"/>
                <a:cs typeface="Segoe UI" panose="020B0502040204020203" pitchFamily="34" charset="0"/>
              </a:rPr>
              <a:t>Gains ;</a:t>
            </a:r>
          </a:p>
          <a:p>
            <a:pPr marL="171450" indent="-171450" algn="l">
              <a:buFont typeface="Arial" panose="020B0604020202020204" pitchFamily="34" charset="0"/>
              <a:buChar char="•"/>
            </a:pPr>
            <a:r>
              <a:rPr lang="fr-FR" sz="1000" dirty="0">
                <a:solidFill>
                  <a:schemeClr val="tx1"/>
                </a:solidFill>
                <a:latin typeface="Segoe UI" panose="020B0502040204020203" pitchFamily="34" charset="0"/>
                <a:cs typeface="Segoe UI" panose="020B0502040204020203" pitchFamily="34" charset="0"/>
              </a:rPr>
              <a:t>Mise en place rapide : le métier dépend du port, jamais du moteur OCR sous-jacent.</a:t>
            </a:r>
          </a:p>
          <a:p>
            <a:pPr marL="171450" indent="-171450" algn="l">
              <a:buFont typeface="Arial" panose="020B0604020202020204" pitchFamily="34" charset="0"/>
              <a:buChar char="•"/>
            </a:pPr>
            <a:r>
              <a:rPr lang="fr-FR" sz="1000" dirty="0">
                <a:solidFill>
                  <a:schemeClr val="tx1"/>
                </a:solidFill>
                <a:latin typeface="Segoe UI" panose="020B0502040204020203" pitchFamily="34" charset="0"/>
                <a:cs typeface="Segoe UI" panose="020B0502040204020203" pitchFamily="34" charset="0"/>
              </a:rPr>
              <a:t>Changer d’adapter sans impact métier : moteurs interchangeables, code SYO inchangé.</a:t>
            </a:r>
          </a:p>
          <a:p>
            <a:pPr marL="171450" indent="-171450" algn="l">
              <a:buFont typeface="Arial" panose="020B0604020202020204" pitchFamily="34" charset="0"/>
              <a:buChar char="•"/>
            </a:pPr>
            <a:r>
              <a:rPr lang="fr-FR" sz="1000" b="1" dirty="0">
                <a:latin typeface="Segoe UI" panose="020B0502040204020203" pitchFamily="34" charset="0"/>
                <a:cs typeface="Segoe UI" panose="020B0502040204020203" pitchFamily="34" charset="0"/>
              </a:rPr>
              <a:t>La migration d’un flux OCRUS vers CADI est techniquement simple </a:t>
            </a:r>
            <a:r>
              <a:rPr lang="fr-FR" sz="1000" dirty="0">
                <a:latin typeface="Segoe UI" panose="020B0502040204020203" pitchFamily="34" charset="0"/>
                <a:cs typeface="Segoe UI" panose="020B0502040204020203" pitchFamily="34" charset="0"/>
              </a:rPr>
              <a:t>(un changement d’ADAPTER au lancement)</a:t>
            </a:r>
            <a:endParaRPr lang="fr-FR" sz="1000" dirty="0">
              <a:solidFill>
                <a:schemeClr val="tx1"/>
              </a:solidFill>
              <a:latin typeface="Segoe UI" panose="020B0502040204020203" pitchFamily="34" charset="0"/>
              <a:cs typeface="Segoe UI" panose="020B0502040204020203" pitchFamily="34" charset="0"/>
            </a:endParaRPr>
          </a:p>
        </p:txBody>
      </p:sp>
      <p:sp>
        <p:nvSpPr>
          <p:cNvPr id="4" name="Box Cible atteinte">
            <a:extLst>
              <a:ext uri="{FF2B5EF4-FFF2-40B4-BE49-F238E27FC236}">
                <a16:creationId xmlns:a16="http://schemas.microsoft.com/office/drawing/2014/main" id="{9B6A626B-704A-F72A-A543-31E10DC2F111}"/>
              </a:ext>
            </a:extLst>
          </p:cNvPr>
          <p:cNvSpPr/>
          <p:nvPr/>
        </p:nvSpPr>
        <p:spPr>
          <a:xfrm>
            <a:off x="6090105" y="5143900"/>
            <a:ext cx="4918224" cy="11487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r>
              <a:rPr lang="fr-FR" sz="850" b="1" dirty="0">
                <a:solidFill>
                  <a:schemeClr val="tx1"/>
                </a:solidFill>
                <a:latin typeface="Segoe UI" panose="020B0502040204020203" pitchFamily="34" charset="0"/>
                <a:cs typeface="Segoe UI" panose="020B0502040204020203" pitchFamily="34" charset="0"/>
              </a:rPr>
              <a:t>NB : Tous les </a:t>
            </a:r>
            <a:r>
              <a:rPr lang="fr-FR" sz="850" b="1" dirty="0" err="1">
                <a:solidFill>
                  <a:schemeClr val="tx1"/>
                </a:solidFill>
                <a:latin typeface="Segoe UI" panose="020B0502040204020203" pitchFamily="34" charset="0"/>
                <a:cs typeface="Segoe UI" panose="020B0502040204020203" pitchFamily="34" charset="0"/>
              </a:rPr>
              <a:t>CWs</a:t>
            </a:r>
            <a:r>
              <a:rPr lang="fr-FR" sz="850" b="1" dirty="0">
                <a:solidFill>
                  <a:schemeClr val="tx1"/>
                </a:solidFill>
                <a:latin typeface="Segoe UI" panose="020B0502040204020203" pitchFamily="34" charset="0"/>
                <a:cs typeface="Segoe UI" panose="020B0502040204020203" pitchFamily="34" charset="0"/>
              </a:rPr>
              <a:t> </a:t>
            </a:r>
            <a:r>
              <a:rPr lang="fr-FR" sz="850" b="1" dirty="0" err="1">
                <a:solidFill>
                  <a:schemeClr val="tx1"/>
                </a:solidFill>
                <a:latin typeface="Segoe UI" panose="020B0502040204020203" pitchFamily="34" charset="0"/>
                <a:cs typeface="Segoe UI" panose="020B0502040204020203" pitchFamily="34" charset="0"/>
              </a:rPr>
              <a:t>Ocrus</a:t>
            </a:r>
            <a:r>
              <a:rPr lang="fr-FR" sz="850" b="1" dirty="0">
                <a:solidFill>
                  <a:schemeClr val="tx1"/>
                </a:solidFill>
                <a:latin typeface="Segoe UI" panose="020B0502040204020203" pitchFamily="34" charset="0"/>
                <a:cs typeface="Segoe UI" panose="020B0502040204020203" pitchFamily="34" charset="0"/>
              </a:rPr>
              <a:t> passe par les méthodes </a:t>
            </a:r>
            <a:r>
              <a:rPr lang="fr-FR" sz="850" b="1" dirty="0" err="1">
                <a:solidFill>
                  <a:schemeClr val="tx1"/>
                </a:solidFill>
                <a:latin typeface="Segoe UI" panose="020B0502040204020203" pitchFamily="34" charset="0"/>
                <a:cs typeface="Segoe UI" panose="020B0502040204020203" pitchFamily="34" charset="0"/>
              </a:rPr>
              <a:t>GetClassificationPage</a:t>
            </a:r>
            <a:r>
              <a:rPr lang="fr-FR" sz="850" b="1" dirty="0">
                <a:solidFill>
                  <a:schemeClr val="tx1"/>
                </a:solidFill>
                <a:latin typeface="Segoe UI" panose="020B0502040204020203" pitchFamily="34" charset="0"/>
                <a:cs typeface="Segoe UI" panose="020B0502040204020203" pitchFamily="34" charset="0"/>
              </a:rPr>
              <a:t> sur lesquelles la refonte </a:t>
            </a:r>
            <a:r>
              <a:rPr lang="fr-FR" sz="850" b="1" dirty="0" err="1">
                <a:solidFill>
                  <a:schemeClr val="tx1"/>
                </a:solidFill>
                <a:latin typeface="Segoe UI" panose="020B0502040204020203" pitchFamily="34" charset="0"/>
                <a:cs typeface="Segoe UI" panose="020B0502040204020203" pitchFamily="34" charset="0"/>
              </a:rPr>
              <a:t>SyoReader</a:t>
            </a:r>
            <a:r>
              <a:rPr lang="fr-FR" sz="850" b="1" dirty="0">
                <a:solidFill>
                  <a:schemeClr val="tx1"/>
                </a:solidFill>
                <a:latin typeface="Segoe UI" panose="020B0502040204020203" pitchFamily="34" charset="0"/>
                <a:cs typeface="Segoe UI" panose="020B0502040204020203" pitchFamily="34" charset="0"/>
              </a:rPr>
              <a:t> assure la non </a:t>
            </a:r>
            <a:r>
              <a:rPr lang="fr-FR" sz="850" b="1" dirty="0" err="1">
                <a:solidFill>
                  <a:schemeClr val="tx1"/>
                </a:solidFill>
                <a:latin typeface="Segoe UI" panose="020B0502040204020203" pitchFamily="34" charset="0"/>
                <a:cs typeface="Segoe UI" panose="020B0502040204020203" pitchFamily="34" charset="0"/>
              </a:rPr>
              <a:t>regression</a:t>
            </a:r>
            <a:endParaRPr lang="fr-FR" sz="850" b="1" dirty="0">
              <a:solidFill>
                <a:schemeClr val="tx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0727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p:txBody>
          <a:bodyPr>
            <a:normAutofit fontScale="90000"/>
          </a:bodyPr>
          <a:lstStyle/>
          <a:p>
            <a:r>
              <a:rPr lang="fr-FR" sz="3200" b="1" dirty="0" err="1">
                <a:latin typeface="Segoe UI" panose="020B0502040204020203" pitchFamily="34" charset="0"/>
                <a:cs typeface="Segoe UI" panose="020B0502040204020203" pitchFamily="34" charset="0"/>
              </a:rPr>
              <a:t>Interop</a:t>
            </a:r>
            <a:r>
              <a:rPr lang="fr-FR" sz="3200" b="1" dirty="0">
                <a:latin typeface="Segoe UI" panose="020B0502040204020203" pitchFamily="34" charset="0"/>
                <a:cs typeface="Segoe UI" panose="020B0502040204020203" pitchFamily="34" charset="0"/>
              </a:rPr>
              <a:t> CADI – CW pour la classification / Extraction</a:t>
            </a:r>
            <a:endParaRPr lang="fr-FR" dirty="0"/>
          </a:p>
        </p:txBody>
      </p:sp>
      <p:sp>
        <p:nvSpPr>
          <p:cNvPr id="228" name="NB line"/>
          <p:cNvSpPr txBox="1"/>
          <p:nvPr/>
        </p:nvSpPr>
        <p:spPr>
          <a:xfrm>
            <a:off x="722100" y="4495312"/>
            <a:ext cx="11027664" cy="1208884"/>
          </a:xfrm>
          <a:prstGeom prst="rect">
            <a:avLst/>
          </a:prstGeom>
        </p:spPr>
        <p:txBody>
          <a:bodyPr wrap="square">
            <a:normAutofit/>
          </a:bodyPr>
          <a:lstStyle/>
          <a:p>
            <a:pPr algn="l"/>
            <a:r>
              <a:rPr lang="fr-FR" sz="950" b="1" dirty="0">
                <a:solidFill>
                  <a:schemeClr val="tx1"/>
                </a:solidFill>
                <a:latin typeface="Segoe UI" panose="020B0502040204020203" pitchFamily="34" charset="0"/>
                <a:cs typeface="Segoe UI" panose="020B0502040204020203" pitchFamily="34" charset="0"/>
              </a:rPr>
              <a:t>Hypothèses de calcul :</a:t>
            </a:r>
          </a:p>
          <a:p>
            <a:pPr marL="171450" indent="-171450" algn="l">
              <a:buFontTx/>
              <a:buChar char="-"/>
            </a:pPr>
            <a:r>
              <a:rPr lang="fr-FR" sz="950" dirty="0">
                <a:latin typeface="Segoe UI" panose="020B0502040204020203" pitchFamily="34" charset="0"/>
                <a:cs typeface="Segoe UI" panose="020B0502040204020203" pitchFamily="34" charset="0"/>
              </a:rPr>
              <a:t>Durée moyenne pour la saisie d’un champ : 2,5 seconde (selon l’extraction TCCI cadences de saisie)</a:t>
            </a:r>
          </a:p>
          <a:p>
            <a:pPr marL="171450" indent="-171450" algn="l">
              <a:buFontTx/>
              <a:buChar char="-"/>
            </a:pPr>
            <a:r>
              <a:rPr lang="fr-FR" sz="950" dirty="0">
                <a:latin typeface="Segoe UI" panose="020B0502040204020203" pitchFamily="34" charset="0"/>
                <a:cs typeface="Segoe UI" panose="020B0502040204020203" pitchFamily="34" charset="0"/>
              </a:rPr>
              <a:t>ETP 8h par jours</a:t>
            </a:r>
          </a:p>
          <a:p>
            <a:pPr marL="171450" indent="-171450" algn="l">
              <a:buFontTx/>
              <a:buChar char="-"/>
            </a:pPr>
            <a:r>
              <a:rPr lang="fr-FR" sz="950" dirty="0">
                <a:solidFill>
                  <a:schemeClr val="tx1"/>
                </a:solidFill>
                <a:latin typeface="Segoe UI" panose="020B0502040204020203" pitchFamily="34" charset="0"/>
                <a:cs typeface="Segoe UI" panose="020B0502040204020203" pitchFamily="34" charset="0"/>
              </a:rPr>
              <a:t>TCCI ~2% de la prod (Extrapolation linéaire pour l’évaluation sur la production globale)</a:t>
            </a:r>
          </a:p>
          <a:p>
            <a:pPr marL="171450" indent="-171450" algn="l">
              <a:buFontTx/>
              <a:buChar char="-"/>
            </a:pPr>
            <a:endParaRPr lang="fr-FR" sz="950" dirty="0">
              <a:solidFill>
                <a:schemeClr val="tx1"/>
              </a:solidFill>
              <a:latin typeface="Segoe UI" panose="020B0502040204020203" pitchFamily="34" charset="0"/>
              <a:cs typeface="Segoe UI" panose="020B0502040204020203" pitchFamily="34" charset="0"/>
            </a:endParaRPr>
          </a:p>
        </p:txBody>
      </p:sp>
      <p:sp>
        <p:nvSpPr>
          <p:cNvPr id="3" name="Callout Pourquoi">
            <a:extLst>
              <a:ext uri="{FF2B5EF4-FFF2-40B4-BE49-F238E27FC236}">
                <a16:creationId xmlns:a16="http://schemas.microsoft.com/office/drawing/2014/main" id="{A707C6EF-434C-904D-C357-3D846F41789A}"/>
              </a:ext>
            </a:extLst>
          </p:cNvPr>
          <p:cNvSpPr/>
          <p:nvPr/>
        </p:nvSpPr>
        <p:spPr>
          <a:xfrm>
            <a:off x="685503" y="2245851"/>
            <a:ext cx="2381385" cy="349493"/>
          </a:xfrm>
          <a:prstGeom prst="rect">
            <a:avLst/>
          </a:prstGeom>
          <a:solidFill>
            <a:srgbClr val="003A8D"/>
          </a:solidFill>
          <a:ln>
            <a:noFill/>
          </a:ln>
        </p:spPr>
        <p:txBody>
          <a:bodyPr rtlCol="0" anchor="ctr">
            <a:normAutofit/>
          </a:bodyPr>
          <a:lstStyle/>
          <a:p>
            <a:pPr marL="0" indent="0" algn="l"/>
            <a:r>
              <a:rPr lang="fr-FR" sz="1000" b="1" dirty="0">
                <a:solidFill>
                  <a:schemeClr val="bg1"/>
                </a:solidFill>
                <a:latin typeface="Segoe UI" panose="020B0502040204020203" pitchFamily="34" charset="0"/>
                <a:cs typeface="Segoe UI" panose="020B0502040204020203" pitchFamily="34" charset="0"/>
              </a:rPr>
              <a:t>Nombre de champs à traiter</a:t>
            </a:r>
            <a:endParaRPr lang="fr-FR" sz="1000" dirty="0">
              <a:solidFill>
                <a:schemeClr val="bg1"/>
              </a:solidFill>
              <a:latin typeface="Segoe UI" panose="020B0502040204020203" pitchFamily="34" charset="0"/>
              <a:cs typeface="Segoe UI" panose="020B0502040204020203" pitchFamily="34" charset="0"/>
            </a:endParaRPr>
          </a:p>
        </p:txBody>
      </p:sp>
      <p:sp>
        <p:nvSpPr>
          <p:cNvPr id="4" name="Callout Pourquoi">
            <a:extLst>
              <a:ext uri="{FF2B5EF4-FFF2-40B4-BE49-F238E27FC236}">
                <a16:creationId xmlns:a16="http://schemas.microsoft.com/office/drawing/2014/main" id="{C4C6E3F4-F409-F825-A110-CFEDD3F83BBE}"/>
              </a:ext>
            </a:extLst>
          </p:cNvPr>
          <p:cNvSpPr/>
          <p:nvPr/>
        </p:nvSpPr>
        <p:spPr>
          <a:xfrm>
            <a:off x="869530" y="2710262"/>
            <a:ext cx="2197357" cy="330699"/>
          </a:xfrm>
          <a:prstGeom prst="rect">
            <a:avLst/>
          </a:prstGeom>
          <a:solidFill>
            <a:srgbClr val="003A8D"/>
          </a:solidFill>
          <a:ln>
            <a:noFill/>
          </a:ln>
        </p:spPr>
        <p:txBody>
          <a:bodyPr rtlCol="0" anchor="ctr">
            <a:noAutofit/>
          </a:bodyPr>
          <a:lstStyle/>
          <a:p>
            <a:pPr marL="0" indent="0" algn="l"/>
            <a:r>
              <a:rPr lang="fr-FR" sz="1000" b="1" dirty="0">
                <a:solidFill>
                  <a:schemeClr val="bg1"/>
                </a:solidFill>
                <a:latin typeface="Segoe UI" panose="020B0502040204020203" pitchFamily="34" charset="0"/>
                <a:cs typeface="Segoe UI" panose="020B0502040204020203" pitchFamily="34" charset="0"/>
              </a:rPr>
              <a:t>Nombre de champs non présenté à un opérateur</a:t>
            </a:r>
            <a:endParaRPr lang="fr-FR" sz="1000" dirty="0">
              <a:solidFill>
                <a:schemeClr val="bg1"/>
              </a:solidFill>
              <a:latin typeface="Segoe UI" panose="020B0502040204020203" pitchFamily="34" charset="0"/>
              <a:cs typeface="Segoe UI" panose="020B0502040204020203" pitchFamily="34" charset="0"/>
            </a:endParaRPr>
          </a:p>
        </p:txBody>
      </p:sp>
      <p:sp>
        <p:nvSpPr>
          <p:cNvPr id="5" name="Callout Pourquoi">
            <a:extLst>
              <a:ext uri="{FF2B5EF4-FFF2-40B4-BE49-F238E27FC236}">
                <a16:creationId xmlns:a16="http://schemas.microsoft.com/office/drawing/2014/main" id="{B410A0DD-6EA6-3484-BE6F-79484E687462}"/>
              </a:ext>
            </a:extLst>
          </p:cNvPr>
          <p:cNvSpPr/>
          <p:nvPr/>
        </p:nvSpPr>
        <p:spPr>
          <a:xfrm>
            <a:off x="869529" y="3927053"/>
            <a:ext cx="2197357" cy="417660"/>
          </a:xfrm>
          <a:prstGeom prst="rect">
            <a:avLst/>
          </a:prstGeom>
          <a:solidFill>
            <a:srgbClr val="003A8D"/>
          </a:solidFill>
          <a:ln>
            <a:noFill/>
          </a:ln>
        </p:spPr>
        <p:txBody>
          <a:bodyPr rtlCol="0" anchor="ctr">
            <a:noAutofit/>
          </a:bodyPr>
          <a:lstStyle/>
          <a:p>
            <a:pPr marL="0" indent="0" algn="l"/>
            <a:r>
              <a:rPr lang="fr-FR" sz="1000" b="1" dirty="0">
                <a:solidFill>
                  <a:schemeClr val="bg1"/>
                </a:solidFill>
                <a:latin typeface="Segoe UI" panose="020B0502040204020203" pitchFamily="34" charset="0"/>
                <a:cs typeface="Segoe UI" panose="020B0502040204020203" pitchFamily="34" charset="0"/>
              </a:rPr>
              <a:t>Nombre de champs présenté à un opérateur</a:t>
            </a:r>
            <a:endParaRPr lang="fr-FR" sz="1000" dirty="0">
              <a:solidFill>
                <a:schemeClr val="bg1"/>
              </a:solidFill>
              <a:latin typeface="Segoe UI" panose="020B0502040204020203" pitchFamily="34" charset="0"/>
              <a:cs typeface="Segoe UI" panose="020B0502040204020203" pitchFamily="34" charset="0"/>
            </a:endParaRPr>
          </a:p>
        </p:txBody>
      </p:sp>
      <p:sp>
        <p:nvSpPr>
          <p:cNvPr id="6" name="Callout Pourquoi">
            <a:extLst>
              <a:ext uri="{FF2B5EF4-FFF2-40B4-BE49-F238E27FC236}">
                <a16:creationId xmlns:a16="http://schemas.microsoft.com/office/drawing/2014/main" id="{545A439B-EA18-250E-0D0F-0438B46F014B}"/>
              </a:ext>
            </a:extLst>
          </p:cNvPr>
          <p:cNvSpPr/>
          <p:nvPr/>
        </p:nvSpPr>
        <p:spPr>
          <a:xfrm>
            <a:off x="3257013" y="2245851"/>
            <a:ext cx="1579636" cy="349493"/>
          </a:xfrm>
          <a:prstGeom prst="rect">
            <a:avLst/>
          </a:prstGeom>
          <a:noFill/>
          <a:ln>
            <a:solidFill>
              <a:srgbClr val="002060"/>
            </a:solidFill>
          </a:ln>
        </p:spPr>
        <p:txBody>
          <a:bodyPr rtlCol="0" anchor="ctr">
            <a:normAutofit/>
          </a:bodyPr>
          <a:lstStyle/>
          <a:p>
            <a:pPr marL="0" indent="0" algn="r"/>
            <a:r>
              <a:rPr lang="fr-FR" sz="1000" b="1" dirty="0">
                <a:latin typeface="Segoe UI" panose="020B0502040204020203" pitchFamily="34" charset="0"/>
                <a:cs typeface="Segoe UI" panose="020B0502040204020203" pitchFamily="34" charset="0"/>
              </a:rPr>
              <a:t>39,461</a:t>
            </a:r>
          </a:p>
        </p:txBody>
      </p:sp>
      <p:sp>
        <p:nvSpPr>
          <p:cNvPr id="7" name="Callout Pourquoi">
            <a:extLst>
              <a:ext uri="{FF2B5EF4-FFF2-40B4-BE49-F238E27FC236}">
                <a16:creationId xmlns:a16="http://schemas.microsoft.com/office/drawing/2014/main" id="{D254E5CA-1916-7360-EC62-2CB87CF3B3AE}"/>
              </a:ext>
            </a:extLst>
          </p:cNvPr>
          <p:cNvSpPr/>
          <p:nvPr/>
        </p:nvSpPr>
        <p:spPr>
          <a:xfrm>
            <a:off x="3257012" y="2710262"/>
            <a:ext cx="1579636" cy="349493"/>
          </a:xfrm>
          <a:prstGeom prst="rect">
            <a:avLst/>
          </a:prstGeom>
          <a:noFill/>
          <a:ln>
            <a:solidFill>
              <a:srgbClr val="002060"/>
            </a:solidFill>
          </a:ln>
        </p:spPr>
        <p:txBody>
          <a:bodyPr rtlCol="0" anchor="ctr">
            <a:noAutofit/>
          </a:bodyPr>
          <a:lstStyle/>
          <a:p>
            <a:pPr marL="0" indent="0" algn="r"/>
            <a:r>
              <a:rPr lang="fr-FR" sz="1000" b="1" dirty="0">
                <a:latin typeface="Segoe UI" panose="020B0502040204020203" pitchFamily="34" charset="0"/>
                <a:cs typeface="Segoe UI" panose="020B0502040204020203" pitchFamily="34" charset="0"/>
              </a:rPr>
              <a:t>38,389</a:t>
            </a:r>
          </a:p>
        </p:txBody>
      </p:sp>
      <p:sp>
        <p:nvSpPr>
          <p:cNvPr id="8" name="Callout Pourquoi">
            <a:extLst>
              <a:ext uri="{FF2B5EF4-FFF2-40B4-BE49-F238E27FC236}">
                <a16:creationId xmlns:a16="http://schemas.microsoft.com/office/drawing/2014/main" id="{D66EB919-8EE0-35B8-28EE-61EF7BA27F12}"/>
              </a:ext>
            </a:extLst>
          </p:cNvPr>
          <p:cNvSpPr/>
          <p:nvPr/>
        </p:nvSpPr>
        <p:spPr>
          <a:xfrm>
            <a:off x="3257011" y="3927053"/>
            <a:ext cx="1579636" cy="349493"/>
          </a:xfrm>
          <a:prstGeom prst="rect">
            <a:avLst/>
          </a:prstGeom>
          <a:noFill/>
          <a:ln>
            <a:solidFill>
              <a:srgbClr val="002060"/>
            </a:solidFill>
          </a:ln>
        </p:spPr>
        <p:txBody>
          <a:bodyPr rtlCol="0" anchor="ctr">
            <a:noAutofit/>
          </a:bodyPr>
          <a:lstStyle/>
          <a:p>
            <a:pPr marL="0" indent="0" algn="r"/>
            <a:r>
              <a:rPr lang="fr-FR" sz="1000" b="1" dirty="0">
                <a:latin typeface="Segoe UI" panose="020B0502040204020203" pitchFamily="34" charset="0"/>
                <a:cs typeface="Segoe UI" panose="020B0502040204020203" pitchFamily="34" charset="0"/>
              </a:rPr>
              <a:t>0,446 126</a:t>
            </a:r>
          </a:p>
        </p:txBody>
      </p:sp>
      <p:sp>
        <p:nvSpPr>
          <p:cNvPr id="9" name="Callout Pourquoi">
            <a:extLst>
              <a:ext uri="{FF2B5EF4-FFF2-40B4-BE49-F238E27FC236}">
                <a16:creationId xmlns:a16="http://schemas.microsoft.com/office/drawing/2014/main" id="{DDE26929-336F-2060-4748-766CA0AFF51B}"/>
              </a:ext>
            </a:extLst>
          </p:cNvPr>
          <p:cNvSpPr/>
          <p:nvPr/>
        </p:nvSpPr>
        <p:spPr>
          <a:xfrm>
            <a:off x="3257012" y="1781440"/>
            <a:ext cx="1579636" cy="349493"/>
          </a:xfrm>
          <a:prstGeom prst="rect">
            <a:avLst/>
          </a:prstGeom>
          <a:noFill/>
          <a:ln>
            <a:solidFill>
              <a:srgbClr val="002060"/>
            </a:solidFill>
          </a:ln>
        </p:spPr>
        <p:txBody>
          <a:bodyPr rtlCol="0" anchor="ctr">
            <a:normAutofit/>
          </a:bodyPr>
          <a:lstStyle/>
          <a:p>
            <a:pPr marL="0" indent="0" algn="r"/>
            <a:r>
              <a:rPr lang="fr-FR" sz="1000" b="1" dirty="0">
                <a:latin typeface="Segoe UI" panose="020B0502040204020203" pitchFamily="34" charset="0"/>
                <a:cs typeface="Segoe UI" panose="020B0502040204020203" pitchFamily="34" charset="0"/>
              </a:rPr>
              <a:t>En millions</a:t>
            </a:r>
          </a:p>
        </p:txBody>
      </p:sp>
      <p:sp>
        <p:nvSpPr>
          <p:cNvPr id="10" name="Callout Pourquoi">
            <a:extLst>
              <a:ext uri="{FF2B5EF4-FFF2-40B4-BE49-F238E27FC236}">
                <a16:creationId xmlns:a16="http://schemas.microsoft.com/office/drawing/2014/main" id="{F780D339-3B53-3CFC-C794-1BFDA14749A5}"/>
              </a:ext>
            </a:extLst>
          </p:cNvPr>
          <p:cNvSpPr/>
          <p:nvPr/>
        </p:nvSpPr>
        <p:spPr>
          <a:xfrm>
            <a:off x="4937270" y="2710262"/>
            <a:ext cx="686456" cy="349493"/>
          </a:xfrm>
          <a:prstGeom prst="rect">
            <a:avLst/>
          </a:prstGeom>
          <a:noFill/>
          <a:ln>
            <a:solidFill>
              <a:srgbClr val="002060"/>
            </a:solidFill>
          </a:ln>
        </p:spPr>
        <p:txBody>
          <a:bodyPr rtlCol="0" anchor="ctr">
            <a:noAutofit/>
          </a:bodyPr>
          <a:lstStyle/>
          <a:p>
            <a:pPr marL="0" indent="0" algn="r"/>
            <a:r>
              <a:rPr lang="fr-FR" sz="1000" b="1" dirty="0">
                <a:latin typeface="Segoe UI" panose="020B0502040204020203" pitchFamily="34" charset="0"/>
                <a:cs typeface="Segoe UI" panose="020B0502040204020203" pitchFamily="34" charset="0"/>
              </a:rPr>
              <a:t>      ~97%</a:t>
            </a:r>
          </a:p>
        </p:txBody>
      </p:sp>
      <p:sp>
        <p:nvSpPr>
          <p:cNvPr id="11" name="Callout Pourquoi">
            <a:extLst>
              <a:ext uri="{FF2B5EF4-FFF2-40B4-BE49-F238E27FC236}">
                <a16:creationId xmlns:a16="http://schemas.microsoft.com/office/drawing/2014/main" id="{FE0CC5AA-06EA-8F25-63EE-4649D002D660}"/>
              </a:ext>
            </a:extLst>
          </p:cNvPr>
          <p:cNvSpPr/>
          <p:nvPr/>
        </p:nvSpPr>
        <p:spPr>
          <a:xfrm>
            <a:off x="4937269" y="3927053"/>
            <a:ext cx="686456" cy="349493"/>
          </a:xfrm>
          <a:prstGeom prst="rect">
            <a:avLst/>
          </a:prstGeom>
          <a:noFill/>
          <a:ln>
            <a:solidFill>
              <a:srgbClr val="002060"/>
            </a:solidFill>
          </a:ln>
        </p:spPr>
        <p:txBody>
          <a:bodyPr rtlCol="0" anchor="ctr">
            <a:noAutofit/>
          </a:bodyPr>
          <a:lstStyle/>
          <a:p>
            <a:pPr marL="0" indent="0" algn="r"/>
            <a:r>
              <a:rPr lang="fr-FR" sz="1000" b="1" dirty="0">
                <a:latin typeface="Segoe UI" panose="020B0502040204020203" pitchFamily="34" charset="0"/>
                <a:cs typeface="Segoe UI" panose="020B0502040204020203" pitchFamily="34" charset="0"/>
              </a:rPr>
              <a:t> ~3%</a:t>
            </a:r>
          </a:p>
        </p:txBody>
      </p:sp>
      <p:sp>
        <p:nvSpPr>
          <p:cNvPr id="12" name="Callout Pourquoi">
            <a:extLst>
              <a:ext uri="{FF2B5EF4-FFF2-40B4-BE49-F238E27FC236}">
                <a16:creationId xmlns:a16="http://schemas.microsoft.com/office/drawing/2014/main" id="{F054E460-BBB6-265C-A1AA-12208BE03130}"/>
              </a:ext>
            </a:extLst>
          </p:cNvPr>
          <p:cNvSpPr/>
          <p:nvPr/>
        </p:nvSpPr>
        <p:spPr>
          <a:xfrm>
            <a:off x="722100" y="1326143"/>
            <a:ext cx="10887304" cy="349493"/>
          </a:xfrm>
          <a:prstGeom prst="rect">
            <a:avLst/>
          </a:prstGeom>
          <a:noFill/>
          <a:ln>
            <a:solidFill>
              <a:srgbClr val="002060"/>
            </a:solidFill>
          </a:ln>
        </p:spPr>
        <p:txBody>
          <a:bodyPr rtlCol="0" anchor="ctr">
            <a:normAutofit/>
          </a:bodyPr>
          <a:lstStyle/>
          <a:p>
            <a:pPr marL="0" indent="0" algn="ctr"/>
            <a:r>
              <a:rPr lang="fr-FR" sz="1000" b="1" dirty="0">
                <a:latin typeface="Segoe UI" panose="020B0502040204020203" pitchFamily="34" charset="0"/>
                <a:cs typeface="Segoe UI" panose="020B0502040204020203" pitchFamily="34" charset="0"/>
              </a:rPr>
              <a:t>Répartition des traitements manuel vs auto sur le flux TCCI (Une année glissante)</a:t>
            </a:r>
          </a:p>
        </p:txBody>
      </p:sp>
      <p:sp>
        <p:nvSpPr>
          <p:cNvPr id="13" name="Flèche : droite 12">
            <a:extLst>
              <a:ext uri="{FF2B5EF4-FFF2-40B4-BE49-F238E27FC236}">
                <a16:creationId xmlns:a16="http://schemas.microsoft.com/office/drawing/2014/main" id="{4B56B89F-6E26-FF57-8434-16086E3AED67}"/>
              </a:ext>
            </a:extLst>
          </p:cNvPr>
          <p:cNvSpPr/>
          <p:nvPr/>
        </p:nvSpPr>
        <p:spPr>
          <a:xfrm>
            <a:off x="4883493" y="2974985"/>
            <a:ext cx="4698773" cy="748157"/>
          </a:xfrm>
          <a:prstGeom prst="rightArrow">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dirty="0">
              <a:solidFill>
                <a:schemeClr val="bg1"/>
              </a:solidFill>
              <a:latin typeface="Segoe UI" panose="020B0502040204020203" pitchFamily="34" charset="0"/>
              <a:cs typeface="Segoe UI" panose="020B0502040204020203" pitchFamily="34" charset="0"/>
            </a:endParaRPr>
          </a:p>
        </p:txBody>
      </p:sp>
      <p:sp>
        <p:nvSpPr>
          <p:cNvPr id="14" name="Callout Pourquoi">
            <a:extLst>
              <a:ext uri="{FF2B5EF4-FFF2-40B4-BE49-F238E27FC236}">
                <a16:creationId xmlns:a16="http://schemas.microsoft.com/office/drawing/2014/main" id="{3EC0F87C-607C-779C-3804-72988A46AE74}"/>
              </a:ext>
            </a:extLst>
          </p:cNvPr>
          <p:cNvSpPr/>
          <p:nvPr/>
        </p:nvSpPr>
        <p:spPr>
          <a:xfrm>
            <a:off x="9728428" y="1725247"/>
            <a:ext cx="1880976" cy="349493"/>
          </a:xfrm>
          <a:prstGeom prst="rect">
            <a:avLst/>
          </a:prstGeom>
          <a:noFill/>
          <a:ln>
            <a:solidFill>
              <a:srgbClr val="002060"/>
            </a:solidFill>
          </a:ln>
        </p:spPr>
        <p:txBody>
          <a:bodyPr rtlCol="0" anchor="ctr">
            <a:noAutofit/>
          </a:bodyPr>
          <a:lstStyle/>
          <a:p>
            <a:pPr marL="0" indent="0" algn="r"/>
            <a:r>
              <a:rPr lang="fr-FR" sz="1000" b="1" dirty="0">
                <a:latin typeface="Segoe UI" panose="020B0502040204020203" pitchFamily="34" charset="0"/>
                <a:cs typeface="Segoe UI" panose="020B0502040204020203" pitchFamily="34" charset="0"/>
              </a:rPr>
              <a:t>2,5 secondes en moyenne</a:t>
            </a:r>
          </a:p>
        </p:txBody>
      </p:sp>
      <p:sp>
        <p:nvSpPr>
          <p:cNvPr id="18" name="Callout Pourquoi">
            <a:extLst>
              <a:ext uri="{FF2B5EF4-FFF2-40B4-BE49-F238E27FC236}">
                <a16:creationId xmlns:a16="http://schemas.microsoft.com/office/drawing/2014/main" id="{5D3A8750-CE58-11BA-A705-CA5198C3C6B7}"/>
              </a:ext>
            </a:extLst>
          </p:cNvPr>
          <p:cNvSpPr/>
          <p:nvPr/>
        </p:nvSpPr>
        <p:spPr>
          <a:xfrm>
            <a:off x="9728428" y="2162535"/>
            <a:ext cx="1880976" cy="349493"/>
          </a:xfrm>
          <a:prstGeom prst="rect">
            <a:avLst/>
          </a:prstGeom>
          <a:noFill/>
          <a:ln>
            <a:solidFill>
              <a:srgbClr val="002060"/>
            </a:solidFill>
          </a:ln>
        </p:spPr>
        <p:txBody>
          <a:bodyPr rtlCol="0" anchor="ctr">
            <a:noAutofit/>
          </a:bodyPr>
          <a:lstStyle/>
          <a:p>
            <a:pPr marL="0" indent="0" algn="r"/>
            <a:r>
              <a:rPr lang="fr-FR" sz="1000" b="1" dirty="0">
                <a:latin typeface="Segoe UI" panose="020B0502040204020203" pitchFamily="34" charset="0"/>
                <a:cs typeface="Segoe UI" panose="020B0502040204020203" pitchFamily="34" charset="0"/>
              </a:rPr>
              <a:t>11 500 (en milliers de sec)</a:t>
            </a:r>
          </a:p>
        </p:txBody>
      </p:sp>
      <p:sp>
        <p:nvSpPr>
          <p:cNvPr id="20" name="Callout Pourquoi">
            <a:extLst>
              <a:ext uri="{FF2B5EF4-FFF2-40B4-BE49-F238E27FC236}">
                <a16:creationId xmlns:a16="http://schemas.microsoft.com/office/drawing/2014/main" id="{9EE61B99-3C19-BE50-24DB-D96672A81D99}"/>
              </a:ext>
            </a:extLst>
          </p:cNvPr>
          <p:cNvSpPr/>
          <p:nvPr/>
        </p:nvSpPr>
        <p:spPr>
          <a:xfrm>
            <a:off x="9714112" y="2606246"/>
            <a:ext cx="1880976" cy="349493"/>
          </a:xfrm>
          <a:prstGeom prst="rect">
            <a:avLst/>
          </a:prstGeom>
          <a:noFill/>
          <a:ln>
            <a:solidFill>
              <a:srgbClr val="002060"/>
            </a:solidFill>
          </a:ln>
        </p:spPr>
        <p:txBody>
          <a:bodyPr rtlCol="0" anchor="ctr">
            <a:noAutofit/>
          </a:bodyPr>
          <a:lstStyle/>
          <a:p>
            <a:pPr marL="0" indent="0" algn="r"/>
            <a:r>
              <a:rPr lang="fr-FR" sz="1000" b="1" dirty="0">
                <a:latin typeface="Segoe UI" panose="020B0502040204020203" pitchFamily="34" charset="0"/>
                <a:cs typeface="Segoe UI" panose="020B0502040204020203" pitchFamily="34" charset="0"/>
              </a:rPr>
              <a:t>3 194 heures (en milliers)</a:t>
            </a:r>
          </a:p>
        </p:txBody>
      </p:sp>
      <p:sp>
        <p:nvSpPr>
          <p:cNvPr id="23" name="Callout Pourquoi">
            <a:extLst>
              <a:ext uri="{FF2B5EF4-FFF2-40B4-BE49-F238E27FC236}">
                <a16:creationId xmlns:a16="http://schemas.microsoft.com/office/drawing/2014/main" id="{DF3544E1-201D-8F9D-BD3D-37DD261A0E60}"/>
              </a:ext>
            </a:extLst>
          </p:cNvPr>
          <p:cNvSpPr/>
          <p:nvPr/>
        </p:nvSpPr>
        <p:spPr>
          <a:xfrm>
            <a:off x="6165752" y="1919444"/>
            <a:ext cx="2625324" cy="526254"/>
          </a:xfrm>
          <a:prstGeom prst="rect">
            <a:avLst/>
          </a:prstGeom>
          <a:noFill/>
          <a:ln>
            <a:solidFill>
              <a:srgbClr val="002060"/>
            </a:solidFill>
          </a:ln>
        </p:spPr>
        <p:txBody>
          <a:bodyPr rtlCol="0" anchor="ctr">
            <a:normAutofit/>
          </a:bodyPr>
          <a:lstStyle/>
          <a:p>
            <a:pPr marL="0" indent="0" algn="ctr"/>
            <a:r>
              <a:rPr lang="fr-FR" sz="1000" i="1" dirty="0">
                <a:latin typeface="Segoe UI" panose="020B0502040204020203" pitchFamily="34" charset="0"/>
                <a:cs typeface="Segoe UI" panose="020B0502040204020203" pitchFamily="34" charset="0"/>
              </a:rPr>
              <a:t>Impact de la non automatisation du traitement</a:t>
            </a:r>
          </a:p>
        </p:txBody>
      </p:sp>
      <p:sp>
        <p:nvSpPr>
          <p:cNvPr id="24" name="Callout Pourquoi">
            <a:extLst>
              <a:ext uri="{FF2B5EF4-FFF2-40B4-BE49-F238E27FC236}">
                <a16:creationId xmlns:a16="http://schemas.microsoft.com/office/drawing/2014/main" id="{20413F0F-7DC2-B61D-D5A3-61A266388FDA}"/>
              </a:ext>
            </a:extLst>
          </p:cNvPr>
          <p:cNvSpPr/>
          <p:nvPr/>
        </p:nvSpPr>
        <p:spPr>
          <a:xfrm>
            <a:off x="1167472" y="3116763"/>
            <a:ext cx="1899414" cy="349493"/>
          </a:xfrm>
          <a:prstGeom prst="rect">
            <a:avLst/>
          </a:prstGeom>
          <a:solidFill>
            <a:srgbClr val="003A8D"/>
          </a:solidFill>
          <a:ln>
            <a:noFill/>
          </a:ln>
        </p:spPr>
        <p:txBody>
          <a:bodyPr rtlCol="0" anchor="ctr">
            <a:noAutofit/>
          </a:bodyPr>
          <a:lstStyle/>
          <a:p>
            <a:pPr marL="0" indent="0" algn="l"/>
            <a:r>
              <a:rPr lang="fr-FR" sz="1000" b="1" dirty="0">
                <a:solidFill>
                  <a:schemeClr val="bg1"/>
                </a:solidFill>
                <a:latin typeface="Segoe UI" panose="020B0502040204020203" pitchFamily="34" charset="0"/>
                <a:cs typeface="Segoe UI" panose="020B0502040204020203" pitchFamily="34" charset="0"/>
              </a:rPr>
              <a:t>Non présenté pour OCR valide</a:t>
            </a:r>
            <a:endParaRPr lang="fr-FR" sz="1000" dirty="0">
              <a:solidFill>
                <a:schemeClr val="bg1"/>
              </a:solidFill>
              <a:latin typeface="Segoe UI" panose="020B0502040204020203" pitchFamily="34" charset="0"/>
              <a:cs typeface="Segoe UI" panose="020B0502040204020203" pitchFamily="34" charset="0"/>
            </a:endParaRPr>
          </a:p>
        </p:txBody>
      </p:sp>
      <p:sp>
        <p:nvSpPr>
          <p:cNvPr id="25" name="Callout Pourquoi">
            <a:extLst>
              <a:ext uri="{FF2B5EF4-FFF2-40B4-BE49-F238E27FC236}">
                <a16:creationId xmlns:a16="http://schemas.microsoft.com/office/drawing/2014/main" id="{7C2A298F-A9F2-9BEF-6B3C-198D33B6EE1C}"/>
              </a:ext>
            </a:extLst>
          </p:cNvPr>
          <p:cNvSpPr/>
          <p:nvPr/>
        </p:nvSpPr>
        <p:spPr>
          <a:xfrm>
            <a:off x="3257011" y="3152265"/>
            <a:ext cx="1579636" cy="349493"/>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fr-FR" sz="1000" b="1" dirty="0">
                <a:solidFill>
                  <a:schemeClr val="bg1"/>
                </a:solidFill>
                <a:latin typeface="Segoe UI" panose="020B0502040204020203" pitchFamily="34" charset="0"/>
                <a:cs typeface="Segoe UI" panose="020B0502040204020203" pitchFamily="34" charset="0"/>
              </a:rPr>
              <a:t>4,600</a:t>
            </a:r>
          </a:p>
        </p:txBody>
      </p:sp>
      <p:sp>
        <p:nvSpPr>
          <p:cNvPr id="26" name="Callout Pourquoi">
            <a:extLst>
              <a:ext uri="{FF2B5EF4-FFF2-40B4-BE49-F238E27FC236}">
                <a16:creationId xmlns:a16="http://schemas.microsoft.com/office/drawing/2014/main" id="{4630AF01-3A2E-758D-0159-D67F3141FD66}"/>
              </a:ext>
            </a:extLst>
          </p:cNvPr>
          <p:cNvSpPr/>
          <p:nvPr/>
        </p:nvSpPr>
        <p:spPr>
          <a:xfrm>
            <a:off x="1167472" y="3501758"/>
            <a:ext cx="1899414" cy="349493"/>
          </a:xfrm>
          <a:prstGeom prst="rect">
            <a:avLst/>
          </a:prstGeom>
          <a:solidFill>
            <a:srgbClr val="003A8D"/>
          </a:solidFill>
          <a:ln>
            <a:noFill/>
          </a:ln>
        </p:spPr>
        <p:txBody>
          <a:bodyPr rtlCol="0" anchor="ctr">
            <a:noAutofit/>
          </a:bodyPr>
          <a:lstStyle/>
          <a:p>
            <a:pPr marL="0" indent="0" algn="l"/>
            <a:r>
              <a:rPr lang="fr-FR" sz="1000" b="1" dirty="0">
                <a:solidFill>
                  <a:schemeClr val="bg1"/>
                </a:solidFill>
                <a:latin typeface="Segoe UI" panose="020B0502040204020203" pitchFamily="34" charset="0"/>
                <a:cs typeface="Segoe UI" panose="020B0502040204020203" pitchFamily="34" charset="0"/>
              </a:rPr>
              <a:t>Non présenté pour Scanner valide ou </a:t>
            </a:r>
            <a:r>
              <a:rPr lang="fr-FR" sz="1000" b="1" dirty="0" err="1">
                <a:solidFill>
                  <a:schemeClr val="bg1"/>
                </a:solidFill>
                <a:latin typeface="Segoe UI" panose="020B0502040204020203" pitchFamily="34" charset="0"/>
                <a:cs typeface="Segoe UI" panose="020B0502040204020203" pitchFamily="34" charset="0"/>
              </a:rPr>
              <a:t>Qr</a:t>
            </a:r>
            <a:r>
              <a:rPr lang="fr-FR" sz="1000" b="1" dirty="0">
                <a:solidFill>
                  <a:schemeClr val="bg1"/>
                </a:solidFill>
                <a:latin typeface="Segoe UI" panose="020B0502040204020203" pitchFamily="34" charset="0"/>
                <a:cs typeface="Segoe UI" panose="020B0502040204020203" pitchFamily="34" charset="0"/>
              </a:rPr>
              <a:t> Code</a:t>
            </a:r>
            <a:endParaRPr lang="fr-FR" sz="1000" dirty="0">
              <a:solidFill>
                <a:schemeClr val="bg1"/>
              </a:solidFill>
              <a:latin typeface="Segoe UI" panose="020B0502040204020203" pitchFamily="34" charset="0"/>
              <a:cs typeface="Segoe UI" panose="020B0502040204020203" pitchFamily="34" charset="0"/>
            </a:endParaRPr>
          </a:p>
        </p:txBody>
      </p:sp>
      <p:sp>
        <p:nvSpPr>
          <p:cNvPr id="27" name="Callout Pourquoi">
            <a:extLst>
              <a:ext uri="{FF2B5EF4-FFF2-40B4-BE49-F238E27FC236}">
                <a16:creationId xmlns:a16="http://schemas.microsoft.com/office/drawing/2014/main" id="{1CF7106D-95E2-6F43-F27F-4BEDC9A3BADA}"/>
              </a:ext>
            </a:extLst>
          </p:cNvPr>
          <p:cNvSpPr/>
          <p:nvPr/>
        </p:nvSpPr>
        <p:spPr>
          <a:xfrm>
            <a:off x="3257011" y="3537260"/>
            <a:ext cx="1579636" cy="349493"/>
          </a:xfrm>
          <a:prstGeom prst="rect">
            <a:avLst/>
          </a:prstGeom>
          <a:noFill/>
          <a:ln>
            <a:solidFill>
              <a:srgbClr val="002060"/>
            </a:solidFill>
          </a:ln>
        </p:spPr>
        <p:txBody>
          <a:bodyPr rtlCol="0" anchor="ctr">
            <a:noAutofit/>
          </a:bodyPr>
          <a:lstStyle/>
          <a:p>
            <a:pPr marL="0" indent="0" algn="r"/>
            <a:r>
              <a:rPr lang="fr-FR" sz="1000" b="1" dirty="0">
                <a:latin typeface="Segoe UI" panose="020B0502040204020203" pitchFamily="34" charset="0"/>
                <a:cs typeface="Segoe UI" panose="020B0502040204020203" pitchFamily="34" charset="0"/>
              </a:rPr>
              <a:t>33,789</a:t>
            </a:r>
          </a:p>
        </p:txBody>
      </p:sp>
      <p:sp>
        <p:nvSpPr>
          <p:cNvPr id="28" name="Callout Pourquoi">
            <a:extLst>
              <a:ext uri="{FF2B5EF4-FFF2-40B4-BE49-F238E27FC236}">
                <a16:creationId xmlns:a16="http://schemas.microsoft.com/office/drawing/2014/main" id="{C2DD09DA-E7B0-9600-DC96-4129A628F32F}"/>
              </a:ext>
            </a:extLst>
          </p:cNvPr>
          <p:cNvSpPr/>
          <p:nvPr/>
        </p:nvSpPr>
        <p:spPr>
          <a:xfrm>
            <a:off x="9714112" y="3012537"/>
            <a:ext cx="1880976" cy="349493"/>
          </a:xfrm>
          <a:prstGeom prst="rect">
            <a:avLst/>
          </a:prstGeom>
          <a:noFill/>
          <a:ln>
            <a:solidFill>
              <a:srgbClr val="002060"/>
            </a:solidFill>
          </a:ln>
        </p:spPr>
        <p:txBody>
          <a:bodyPr rtlCol="0" anchor="ctr">
            <a:noAutofit/>
          </a:bodyPr>
          <a:lstStyle/>
          <a:p>
            <a:pPr marL="0" indent="0" algn="r"/>
            <a:r>
              <a:rPr lang="fr-FR" sz="1000" b="1" dirty="0">
                <a:solidFill>
                  <a:srgbClr val="FF0000"/>
                </a:solidFill>
                <a:latin typeface="Segoe UI" panose="020B0502040204020203" pitchFamily="34" charset="0"/>
                <a:cs typeface="Segoe UI" panose="020B0502040204020203" pitchFamily="34" charset="0"/>
              </a:rPr>
              <a:t>399 JH</a:t>
            </a:r>
          </a:p>
        </p:txBody>
      </p:sp>
      <p:sp>
        <p:nvSpPr>
          <p:cNvPr id="29" name="Callout Pourquoi">
            <a:extLst>
              <a:ext uri="{FF2B5EF4-FFF2-40B4-BE49-F238E27FC236}">
                <a16:creationId xmlns:a16="http://schemas.microsoft.com/office/drawing/2014/main" id="{F0A2A783-7E23-DD8D-5F91-EDBCBE93E36A}"/>
              </a:ext>
            </a:extLst>
          </p:cNvPr>
          <p:cNvSpPr/>
          <p:nvPr/>
        </p:nvSpPr>
        <p:spPr>
          <a:xfrm>
            <a:off x="9714112" y="3451401"/>
            <a:ext cx="1880976" cy="349493"/>
          </a:xfrm>
          <a:prstGeom prst="rect">
            <a:avLst/>
          </a:prstGeom>
          <a:noFill/>
          <a:ln>
            <a:solidFill>
              <a:srgbClr val="002060"/>
            </a:solidFill>
          </a:ln>
        </p:spPr>
        <p:txBody>
          <a:bodyPr rtlCol="0" anchor="ctr">
            <a:noAutofit/>
          </a:bodyPr>
          <a:lstStyle/>
          <a:p>
            <a:pPr marL="0" indent="0" algn="r"/>
            <a:r>
              <a:rPr lang="fr-FR" sz="1000" b="1" dirty="0">
                <a:solidFill>
                  <a:srgbClr val="FF0000"/>
                </a:solidFill>
                <a:latin typeface="Segoe UI" panose="020B0502040204020203" pitchFamily="34" charset="0"/>
                <a:cs typeface="Segoe UI" panose="020B0502040204020203" pitchFamily="34" charset="0"/>
              </a:rPr>
              <a:t>~ 2 </a:t>
            </a:r>
            <a:r>
              <a:rPr lang="fr-FR" sz="1000" b="1" dirty="0" err="1">
                <a:solidFill>
                  <a:srgbClr val="FF0000"/>
                </a:solidFill>
                <a:latin typeface="Segoe UI" panose="020B0502040204020203" pitchFamily="34" charset="0"/>
                <a:cs typeface="Segoe UI" panose="020B0502040204020203" pitchFamily="34" charset="0"/>
              </a:rPr>
              <a:t>ETPs</a:t>
            </a:r>
            <a:endParaRPr lang="fr-FR" sz="1000" b="1" dirty="0">
              <a:solidFill>
                <a:srgbClr val="FF0000"/>
              </a:solidFill>
              <a:latin typeface="Segoe UI" panose="020B0502040204020203" pitchFamily="34" charset="0"/>
              <a:cs typeface="Segoe UI" panose="020B0502040204020203" pitchFamily="34" charset="0"/>
            </a:endParaRPr>
          </a:p>
        </p:txBody>
      </p:sp>
      <p:sp>
        <p:nvSpPr>
          <p:cNvPr id="30" name="Callout Pourquoi">
            <a:extLst>
              <a:ext uri="{FF2B5EF4-FFF2-40B4-BE49-F238E27FC236}">
                <a16:creationId xmlns:a16="http://schemas.microsoft.com/office/drawing/2014/main" id="{97B18E53-B217-4DA1-BC30-3634C0F7EE42}"/>
              </a:ext>
            </a:extLst>
          </p:cNvPr>
          <p:cNvSpPr/>
          <p:nvPr/>
        </p:nvSpPr>
        <p:spPr>
          <a:xfrm>
            <a:off x="9728428" y="3888640"/>
            <a:ext cx="1880976" cy="349493"/>
          </a:xfrm>
          <a:prstGeom prst="rect">
            <a:avLst/>
          </a:prstGeom>
          <a:noFill/>
          <a:ln>
            <a:solidFill>
              <a:srgbClr val="002060"/>
            </a:solidFill>
          </a:ln>
        </p:spPr>
        <p:txBody>
          <a:bodyPr rtlCol="0" anchor="ctr">
            <a:noAutofit/>
          </a:bodyPr>
          <a:lstStyle/>
          <a:p>
            <a:pPr marL="0" indent="0" algn="r"/>
            <a:r>
              <a:rPr lang="fr-FR" sz="1000" b="1" dirty="0">
                <a:solidFill>
                  <a:srgbClr val="FF0000"/>
                </a:solidFill>
                <a:latin typeface="Segoe UI" panose="020B0502040204020203" pitchFamily="34" charset="0"/>
                <a:cs typeface="Segoe UI" panose="020B0502040204020203" pitchFamily="34" charset="0"/>
              </a:rPr>
              <a:t>~100 </a:t>
            </a:r>
            <a:r>
              <a:rPr lang="fr-FR" sz="1000" b="1" dirty="0" err="1">
                <a:solidFill>
                  <a:srgbClr val="FF0000"/>
                </a:solidFill>
                <a:latin typeface="Segoe UI" panose="020B0502040204020203" pitchFamily="34" charset="0"/>
                <a:cs typeface="Segoe UI" panose="020B0502040204020203" pitchFamily="34" charset="0"/>
              </a:rPr>
              <a:t>ETPs</a:t>
            </a:r>
            <a:endParaRPr lang="fr-FR" sz="1000" b="1" dirty="0">
              <a:solidFill>
                <a:srgbClr val="FF0000"/>
              </a:solidFill>
              <a:latin typeface="Segoe UI" panose="020B0502040204020203" pitchFamily="34" charset="0"/>
              <a:cs typeface="Segoe UI" panose="020B0502040204020203" pitchFamily="34" charset="0"/>
            </a:endParaRPr>
          </a:p>
        </p:txBody>
      </p:sp>
      <p:sp>
        <p:nvSpPr>
          <p:cNvPr id="31" name="Callout Pourquoi">
            <a:extLst>
              <a:ext uri="{FF2B5EF4-FFF2-40B4-BE49-F238E27FC236}">
                <a16:creationId xmlns:a16="http://schemas.microsoft.com/office/drawing/2014/main" id="{E96B061B-C71F-6022-68D0-988A85E45031}"/>
              </a:ext>
            </a:extLst>
          </p:cNvPr>
          <p:cNvSpPr/>
          <p:nvPr/>
        </p:nvSpPr>
        <p:spPr>
          <a:xfrm>
            <a:off x="722100" y="5468262"/>
            <a:ext cx="11130969" cy="533020"/>
          </a:xfrm>
          <a:prstGeom prst="rect">
            <a:avLst/>
          </a:prstGeom>
          <a:noFill/>
          <a:ln>
            <a:noFill/>
          </a:ln>
        </p:spPr>
        <p:txBody>
          <a:bodyPr rtlCol="0" anchor="ctr">
            <a:noAutofit/>
          </a:bodyPr>
          <a:lstStyle/>
          <a:p>
            <a:pPr marL="0" indent="0"/>
            <a:r>
              <a:rPr lang="fr-FR" sz="1100" b="1" dirty="0">
                <a:latin typeface="Segoe UI" panose="020B0502040204020203" pitchFamily="34" charset="0"/>
                <a:cs typeface="Segoe UI" panose="020B0502040204020203" pitchFamily="34" charset="0"/>
              </a:rPr>
              <a:t>Conclusion : </a:t>
            </a:r>
            <a:r>
              <a:rPr lang="fr-FR" sz="1100" dirty="0">
                <a:latin typeface="Segoe UI" panose="020B0502040204020203" pitchFamily="34" charset="0"/>
                <a:cs typeface="Segoe UI" panose="020B0502040204020203" pitchFamily="34" charset="0"/>
              </a:rPr>
              <a:t>Pour ce de traitement industrielle, ETVS a besoin d’un </a:t>
            </a:r>
            <a:r>
              <a:rPr lang="fr-FR" sz="1100" b="1" dirty="0">
                <a:latin typeface="Segoe UI" panose="020B0502040204020203" pitchFamily="34" charset="0"/>
                <a:cs typeface="Segoe UI" panose="020B0502040204020203" pitchFamily="34" charset="0"/>
              </a:rPr>
              <a:t>indicateur quantitatif afin d’évaluer le résultat de l’OCR </a:t>
            </a:r>
            <a:r>
              <a:rPr lang="fr-FR" sz="1100" dirty="0">
                <a:latin typeface="Segoe UI" panose="020B0502040204020203" pitchFamily="34" charset="0"/>
                <a:cs typeface="Segoe UI" panose="020B0502040204020203" pitchFamily="34" charset="0"/>
              </a:rPr>
              <a:t>(Classification &amp; Extraction) afin d’identifier le besoin ou nom de faire appel à un opérateur pour contrôler le résultat de l’OCR. Le contrôle automatique des résultat de l’OCR par un opérateur n’est pas tenable sur un plan de production.</a:t>
            </a:r>
          </a:p>
        </p:txBody>
      </p:sp>
      <p:sp>
        <p:nvSpPr>
          <p:cNvPr id="32" name="Callout Pourquoi">
            <a:extLst>
              <a:ext uri="{FF2B5EF4-FFF2-40B4-BE49-F238E27FC236}">
                <a16:creationId xmlns:a16="http://schemas.microsoft.com/office/drawing/2014/main" id="{328B9BF7-F81F-9F71-759B-F249D488A75D}"/>
              </a:ext>
            </a:extLst>
          </p:cNvPr>
          <p:cNvSpPr/>
          <p:nvPr/>
        </p:nvSpPr>
        <p:spPr>
          <a:xfrm>
            <a:off x="6165752" y="2533501"/>
            <a:ext cx="2625324" cy="526254"/>
          </a:xfrm>
          <a:prstGeom prst="rect">
            <a:avLst/>
          </a:prstGeom>
          <a:noFill/>
          <a:ln>
            <a:solidFill>
              <a:srgbClr val="002060"/>
            </a:solidFill>
          </a:ln>
        </p:spPr>
        <p:txBody>
          <a:bodyPr rtlCol="0" anchor="ctr">
            <a:normAutofit/>
          </a:bodyPr>
          <a:lstStyle/>
          <a:p>
            <a:pPr marL="0" indent="0" algn="ctr"/>
            <a:r>
              <a:rPr lang="fr-FR" sz="1000" i="1" dirty="0">
                <a:latin typeface="Segoe UI" panose="020B0502040204020203" pitchFamily="34" charset="0"/>
                <a:cs typeface="Segoe UI" panose="020B0502040204020203" pitchFamily="34" charset="0"/>
              </a:rPr>
              <a:t>90% des champs traités ne requièrent pas l’intervention d’un opérateur</a:t>
            </a:r>
          </a:p>
        </p:txBody>
      </p:sp>
      <p:sp>
        <p:nvSpPr>
          <p:cNvPr id="15" name="Espace réservé du texte 4">
            <a:extLst>
              <a:ext uri="{FF2B5EF4-FFF2-40B4-BE49-F238E27FC236}">
                <a16:creationId xmlns:a16="http://schemas.microsoft.com/office/drawing/2014/main" id="{2EC485B4-D353-8E6E-B927-7D46BA2F2C36}"/>
              </a:ext>
            </a:extLst>
          </p:cNvPr>
          <p:cNvSpPr txBox="1">
            <a:spLocks/>
          </p:cNvSpPr>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b="1" dirty="0">
                <a:solidFill>
                  <a:srgbClr val="003A8D"/>
                </a:solidFill>
                <a:latin typeface="Segoe UI" panose="020B0502040204020203" pitchFamily="34" charset="0"/>
                <a:cs typeface="Segoe UI" panose="020B0502040204020203" pitchFamily="34" charset="0"/>
              </a:rPr>
              <a:t>02. Éléments chiffrés</a:t>
            </a:r>
          </a:p>
        </p:txBody>
      </p:sp>
    </p:spTree>
    <p:extLst>
      <p:ext uri="{BB962C8B-B14F-4D97-AF65-F5344CB8AC3E}">
        <p14:creationId xmlns:p14="http://schemas.microsoft.com/office/powerpoint/2010/main" val="40957347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p:txBody>
          <a:bodyPr>
            <a:normAutofit fontScale="90000"/>
          </a:bodyPr>
          <a:lstStyle/>
          <a:p>
            <a:r>
              <a:rPr lang="fr-FR" sz="3200" b="1" dirty="0" err="1">
                <a:latin typeface="Segoe UI" panose="020B0502040204020203" pitchFamily="34" charset="0"/>
                <a:cs typeface="Segoe UI" panose="020B0502040204020203" pitchFamily="34" charset="0"/>
              </a:rPr>
              <a:t>Interop</a:t>
            </a:r>
            <a:r>
              <a:rPr lang="fr-FR" sz="3200" b="1" dirty="0">
                <a:latin typeface="Segoe UI" panose="020B0502040204020203" pitchFamily="34" charset="0"/>
                <a:cs typeface="Segoe UI" panose="020B0502040204020203" pitchFamily="34" charset="0"/>
              </a:rPr>
              <a:t> CADI – CW pour la classification / Extraction</a:t>
            </a:r>
            <a:endParaRPr lang="fr-FR" dirty="0"/>
          </a:p>
        </p:txBody>
      </p:sp>
      <p:sp>
        <p:nvSpPr>
          <p:cNvPr id="60" name="Espace réservé du texte 4">
            <a:extLst>
              <a:ext uri="{FF2B5EF4-FFF2-40B4-BE49-F238E27FC236}">
                <a16:creationId xmlns:a16="http://schemas.microsoft.com/office/drawing/2014/main" id="{615768C4-2528-4BED-B92B-DFD23D135E48}"/>
              </a:ext>
            </a:extLst>
          </p:cNvPr>
          <p:cNvSpPr txBox="1">
            <a:spLocks/>
          </p:cNvSpPr>
          <p:nvPr/>
        </p:nvSpPr>
        <p:spPr>
          <a:xfrm>
            <a:off x="821531" y="868902"/>
            <a:ext cx="11031538" cy="352957"/>
          </a:xfrm>
          <a:prstGeom prst="rect">
            <a:avLst/>
          </a:prstGeom>
        </p:spPr>
        <p:txBody>
          <a:bodyPr/>
          <a:lstStyle>
            <a:lvl1pPr marL="0" indent="0" algn="l" defTabSz="914400" rtl="0" eaLnBrk="1" latinLnBrk="0" hangingPunct="1">
              <a:lnSpc>
                <a:spcPct val="100000"/>
              </a:lnSpc>
              <a:spcBef>
                <a:spcPts val="0"/>
              </a:spcBef>
              <a:buFont typeface="Arial" panose="020B0604020202020204" pitchFamily="34" charset="0"/>
              <a:buNone/>
              <a:defRPr lang="fr-FR" sz="2000" kern="1200" baseline="0" dirty="0">
                <a:solidFill>
                  <a:schemeClr val="accent5">
                    <a:lumMod val="50000"/>
                  </a:schemeClr>
                </a:solidFill>
                <a:latin typeface="Segoe UI" panose="020B0502040204020203" pitchFamily="34" charset="0"/>
                <a:ea typeface="+mn-ea"/>
                <a:cs typeface="Segoe UI" panose="020B0502040204020203" pitchFamily="34" charset="0"/>
              </a:defRPr>
            </a:lvl1pPr>
            <a:lvl2pPr marL="228600" indent="-228600" algn="l" defTabSz="914400" rtl="0" eaLnBrk="1" latinLnBrk="0" hangingPunct="1">
              <a:lnSpc>
                <a:spcPct val="100000"/>
              </a:lnSpc>
              <a:spcBef>
                <a:spcPts val="0"/>
              </a:spcBef>
              <a:buClr>
                <a:srgbClr val="E7473D"/>
              </a:buClr>
              <a:buFont typeface="Wingdings 3" panose="05040102010807070707" pitchFamily="18" charset="2"/>
              <a:buChar char=""/>
              <a:defRPr lang="fr-FR" sz="1600" kern="1200" dirty="0" smtClean="0">
                <a:solidFill>
                  <a:srgbClr val="285C99"/>
                </a:solidFill>
                <a:latin typeface="Segoe UI" panose="020B0502040204020203" pitchFamily="34" charset="0"/>
                <a:ea typeface="+mn-ea"/>
                <a:cs typeface="Segoe UI" panose="020B0502040204020203" pitchFamily="34" charset="0"/>
              </a:defRPr>
            </a:lvl2pPr>
            <a:lvl3pPr marL="448469" indent="-228600" algn="l" defTabSz="914400" rtl="0" eaLnBrk="1" latinLnBrk="0" hangingPunct="1">
              <a:lnSpc>
                <a:spcPct val="100000"/>
              </a:lnSpc>
              <a:spcBef>
                <a:spcPts val="0"/>
              </a:spcBef>
              <a:buClr>
                <a:srgbClr val="003A8D"/>
              </a:buClr>
              <a:buFont typeface="Wingdings 3" panose="05040102010807070707" pitchFamily="18" charset="2"/>
              <a:buChar char="}"/>
              <a:defRPr lang="fr-FR" sz="1200" kern="1200" dirty="0" smtClean="0">
                <a:solidFill>
                  <a:schemeClr val="bg2">
                    <a:lumMod val="25000"/>
                  </a:schemeClr>
                </a:solidFill>
                <a:latin typeface="Segoe UI" panose="020B0502040204020203" pitchFamily="34" charset="0"/>
                <a:ea typeface="+mn-ea"/>
                <a:cs typeface="Segoe UI" panose="020B0502040204020203" pitchFamily="34" charset="0"/>
              </a:defRPr>
            </a:lvl3pPr>
            <a:lvl4pPr marL="762000" indent="-270669" algn="l" defTabSz="914400" rtl="0" eaLnBrk="1" latinLnBrk="0" hangingPunct="1">
              <a:lnSpc>
                <a:spcPct val="100000"/>
              </a:lnSpc>
              <a:spcBef>
                <a:spcPts val="0"/>
              </a:spcBef>
              <a:buClr>
                <a:srgbClr val="E7473D"/>
              </a:buClr>
              <a:buFont typeface="Wingdings 3" panose="05040102010807070707" pitchFamily="18" charset="2"/>
              <a:buChar char="}"/>
              <a:defRPr lang="fr-FR" sz="1000" kern="1200" dirty="0" smtClean="0">
                <a:solidFill>
                  <a:schemeClr val="bg2">
                    <a:lumMod val="25000"/>
                  </a:schemeClr>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cap="small" dirty="0">
                <a:solidFill>
                  <a:srgbClr val="003A8D"/>
                </a:solidFill>
                <a:ea typeface="+mj-ea"/>
              </a:rPr>
              <a:t>03. </a:t>
            </a:r>
            <a:r>
              <a:rPr lang="en-US" b="1" cap="small" dirty="0" err="1">
                <a:solidFill>
                  <a:srgbClr val="003A8D"/>
                </a:solidFill>
                <a:ea typeface="+mj-ea"/>
              </a:rPr>
              <a:t>Scénarios</a:t>
            </a:r>
            <a:r>
              <a:rPr lang="en-US" b="1" cap="small" dirty="0">
                <a:solidFill>
                  <a:srgbClr val="003A8D"/>
                </a:solidFill>
                <a:ea typeface="+mj-ea"/>
              </a:rPr>
              <a:t> à </a:t>
            </a:r>
            <a:r>
              <a:rPr lang="en-US" b="1" cap="small" dirty="0" err="1">
                <a:solidFill>
                  <a:srgbClr val="003A8D"/>
                </a:solidFill>
                <a:ea typeface="+mj-ea"/>
              </a:rPr>
              <a:t>étudier</a:t>
            </a:r>
            <a:endParaRPr lang="en-US" b="1" cap="small" dirty="0">
              <a:solidFill>
                <a:srgbClr val="003A8D"/>
              </a:solidFill>
              <a:ea typeface="+mj-ea"/>
            </a:endParaRPr>
          </a:p>
        </p:txBody>
      </p:sp>
      <p:sp>
        <p:nvSpPr>
          <p:cNvPr id="22" name="Rectangle 21">
            <a:extLst>
              <a:ext uri="{FF2B5EF4-FFF2-40B4-BE49-F238E27FC236}">
                <a16:creationId xmlns:a16="http://schemas.microsoft.com/office/drawing/2014/main" id="{6E9E59B4-267E-4DC0-8278-AC5F10DEDC5C}"/>
              </a:ext>
            </a:extLst>
          </p:cNvPr>
          <p:cNvSpPr/>
          <p:nvPr/>
        </p:nvSpPr>
        <p:spPr>
          <a:xfrm>
            <a:off x="1917781" y="1615786"/>
            <a:ext cx="3490560" cy="560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fr-FR" sz="900" b="1" dirty="0">
                <a:solidFill>
                  <a:schemeClr val="bg1"/>
                </a:solidFill>
                <a:latin typeface="Segoe UI" panose="020B0502040204020203" pitchFamily="34" charset="0"/>
                <a:cs typeface="Segoe UI" panose="020B0502040204020203" pitchFamily="34" charset="0"/>
              </a:rPr>
              <a:t>Scénario 1 : Exploiter sur les saisies cluster qui demandent une opération humaine systématique</a:t>
            </a:r>
          </a:p>
        </p:txBody>
      </p:sp>
      <p:sp>
        <p:nvSpPr>
          <p:cNvPr id="23" name="Rectangle 22">
            <a:extLst>
              <a:ext uri="{FF2B5EF4-FFF2-40B4-BE49-F238E27FC236}">
                <a16:creationId xmlns:a16="http://schemas.microsoft.com/office/drawing/2014/main" id="{6D407F68-74B1-49D0-BEA9-2F318B209EF0}"/>
              </a:ext>
            </a:extLst>
          </p:cNvPr>
          <p:cNvSpPr/>
          <p:nvPr/>
        </p:nvSpPr>
        <p:spPr>
          <a:xfrm>
            <a:off x="1917781" y="2257722"/>
            <a:ext cx="3490560" cy="162000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R="0" lvl="0" defTabSz="914400" rtl="0" eaLnBrk="0" fontAlgn="base" latinLnBrk="0" hangingPunct="0">
              <a:lnSpc>
                <a:spcPct val="100000"/>
              </a:lnSpc>
              <a:spcBef>
                <a:spcPct val="0"/>
              </a:spcBef>
              <a:spcAft>
                <a:spcPct val="0"/>
              </a:spcAft>
              <a:buClrTx/>
              <a:buSzTx/>
              <a:tabLst/>
            </a:pPr>
            <a:r>
              <a:rPr lang="fr-FR" sz="1000" dirty="0">
                <a:solidFill>
                  <a:schemeClr val="tx1"/>
                </a:solidFill>
                <a:latin typeface="Segoe UI" panose="020B0502040204020203" pitchFamily="34" charset="0"/>
                <a:cs typeface="Segoe UI" panose="020B0502040204020203" pitchFamily="34" charset="0"/>
              </a:rPr>
              <a:t>Sur certaine saisie, il est parfois demandé d’effectuer un contrôle humain </a:t>
            </a:r>
            <a:r>
              <a:rPr lang="fr-FR" sz="1000" b="1" dirty="0">
                <a:solidFill>
                  <a:schemeClr val="tx1"/>
                </a:solidFill>
                <a:latin typeface="Segoe UI" panose="020B0502040204020203" pitchFamily="34" charset="0"/>
                <a:cs typeface="Segoe UI" panose="020B0502040204020203" pitchFamily="34" charset="0"/>
              </a:rPr>
              <a:t>indépendamment du score d’extraction </a:t>
            </a:r>
            <a:r>
              <a:rPr lang="fr-FR" sz="1000" dirty="0">
                <a:solidFill>
                  <a:schemeClr val="tx1"/>
                </a:solidFill>
                <a:latin typeface="Segoe UI" panose="020B0502040204020203" pitchFamily="34" charset="0"/>
                <a:cs typeface="Segoe UI" panose="020B0502040204020203" pitchFamily="34" charset="0"/>
              </a:rPr>
              <a:t>(ex : saisie cluster sur les bilans)</a:t>
            </a:r>
          </a:p>
        </p:txBody>
      </p:sp>
      <p:sp>
        <p:nvSpPr>
          <p:cNvPr id="24" name="Rectangle 23">
            <a:extLst>
              <a:ext uri="{FF2B5EF4-FFF2-40B4-BE49-F238E27FC236}">
                <a16:creationId xmlns:a16="http://schemas.microsoft.com/office/drawing/2014/main" id="{ACE7BA14-375A-4DB6-A1C9-E49C2DAEB299}"/>
              </a:ext>
            </a:extLst>
          </p:cNvPr>
          <p:cNvSpPr/>
          <p:nvPr/>
        </p:nvSpPr>
        <p:spPr>
          <a:xfrm>
            <a:off x="1917781" y="3946762"/>
            <a:ext cx="3490560" cy="62000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fr-FR" sz="1000" dirty="0">
                <a:solidFill>
                  <a:schemeClr val="tx1"/>
                </a:solidFill>
                <a:latin typeface="Segoe UI" panose="020B0502040204020203" pitchFamily="34" charset="0"/>
                <a:cs typeface="Segoe UI" panose="020B0502040204020203" pitchFamily="34" charset="0"/>
              </a:rPr>
              <a:t>Rapide à mettre en œuvre et le ROI peut être évalué rapidement</a:t>
            </a:r>
          </a:p>
          <a:p>
            <a:pPr algn="ctr" eaLnBrk="0" fontAlgn="base" hangingPunct="0">
              <a:spcBef>
                <a:spcPct val="0"/>
              </a:spcBef>
              <a:spcAft>
                <a:spcPct val="0"/>
              </a:spcAft>
            </a:pPr>
            <a:r>
              <a:rPr lang="fr-FR" sz="1000" b="1" dirty="0">
                <a:solidFill>
                  <a:schemeClr val="tx1"/>
                </a:solidFill>
                <a:latin typeface="Segoe UI" panose="020B0502040204020203" pitchFamily="34" charset="0"/>
                <a:cs typeface="Segoe UI" panose="020B0502040204020203" pitchFamily="34" charset="0"/>
              </a:rPr>
              <a:t>Ne couvre pas tous les cas</a:t>
            </a:r>
          </a:p>
        </p:txBody>
      </p:sp>
      <p:sp>
        <p:nvSpPr>
          <p:cNvPr id="50" name="Rectangle S3 Header"/>
          <p:cNvSpPr/>
          <p:nvPr/>
        </p:nvSpPr>
        <p:spPr>
          <a:xfrm>
            <a:off x="5516003" y="1615786"/>
            <a:ext cx="3728357" cy="560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fr-FR" sz="900" b="1" dirty="0">
                <a:solidFill>
                  <a:schemeClr val="bg1"/>
                </a:solidFill>
                <a:latin typeface="Segoe UI" panose="020B0502040204020203" pitchFamily="34" charset="0"/>
                <a:cs typeface="Segoe UI" panose="020B0502040204020203" pitchFamily="34" charset="0"/>
              </a:rPr>
              <a:t>Scénario 2 : Indicateur de confiance statistique</a:t>
            </a:r>
          </a:p>
        </p:txBody>
      </p:sp>
      <p:sp>
        <p:nvSpPr>
          <p:cNvPr id="51" name="Rectangle S3 Body"/>
          <p:cNvSpPr/>
          <p:nvPr/>
        </p:nvSpPr>
        <p:spPr>
          <a:xfrm>
            <a:off x="5516003" y="2257722"/>
            <a:ext cx="3728357" cy="162000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R="0" lvl="0" algn="l" defTabSz="914400" rtl="0" eaLnBrk="0" fontAlgn="base" latinLnBrk="0" hangingPunct="0">
              <a:lnSpc>
                <a:spcPct val="100000"/>
              </a:lnSpc>
              <a:spcBef>
                <a:spcPct val="0"/>
              </a:spcBef>
              <a:spcAft>
                <a:spcPct val="0"/>
              </a:spcAft>
            </a:pPr>
            <a:r>
              <a:rPr lang="fr-FR" sz="900" dirty="0">
                <a:solidFill>
                  <a:schemeClr val="tx1"/>
                </a:solidFill>
                <a:latin typeface="Segoe UI" panose="020B0502040204020203" pitchFamily="34" charset="0"/>
                <a:cs typeface="Segoe UI" panose="020B0502040204020203" pitchFamily="34" charset="0"/>
              </a:rPr>
              <a:t>Saisie par les opérateurs sans indicateur de confiance, puis comparaison a posteriori des résultats.</a:t>
            </a:r>
          </a:p>
          <a:p>
            <a:pPr marL="0" marR="0" lvl="0" indent="0" algn="l" defTabSz="914400" rtl="0" eaLnBrk="0" fontAlgn="base" latinLnBrk="0" hangingPunct="0">
              <a:lnSpc>
                <a:spcPct val="100000"/>
              </a:lnSpc>
              <a:spcBef>
                <a:spcPts val="400"/>
              </a:spcBef>
              <a:spcAft>
                <a:spcPct val="0"/>
              </a:spcAft>
              <a:buNone/>
            </a:pPr>
            <a:r>
              <a:rPr lang="fr-FR" sz="900" b="1" dirty="0">
                <a:solidFill>
                  <a:schemeClr val="tx1"/>
                </a:solidFill>
                <a:latin typeface="Segoe UI" panose="020B0502040204020203" pitchFamily="34" charset="0"/>
                <a:cs typeface="Segoe UI" panose="020B0502040204020203" pitchFamily="34" charset="0"/>
              </a:rPr>
              <a:t>Principe : </a:t>
            </a:r>
          </a:p>
          <a:p>
            <a:pPr marL="171450" marR="0" lvl="0" indent="-171450" algn="l" defTabSz="914400" rtl="0" eaLnBrk="0" fontAlgn="base" latinLnBrk="0" hangingPunct="0">
              <a:lnSpc>
                <a:spcPct val="100000"/>
              </a:lnSpc>
              <a:spcBef>
                <a:spcPct val="0"/>
              </a:spcBef>
              <a:buFont typeface="Arial" panose="020B0604020202020204" pitchFamily="34" charset="0"/>
              <a:buChar char="•"/>
            </a:pPr>
            <a:r>
              <a:rPr lang="fr-FR" sz="900" dirty="0">
                <a:solidFill>
                  <a:schemeClr val="tx1"/>
                </a:solidFill>
                <a:latin typeface="Segoe UI" panose="020B0502040204020203" pitchFamily="34" charset="0"/>
                <a:cs typeface="Segoe UI" panose="020B0502040204020203" pitchFamily="34" charset="0"/>
              </a:rPr>
              <a:t>Comparer la valeur extraite à la valeur corrigée (modifié vs vrai).</a:t>
            </a:r>
          </a:p>
          <a:p>
            <a:pPr marL="171450" marR="0" lvl="0" indent="-171450" algn="l" defTabSz="914400" rtl="0" eaLnBrk="0" fontAlgn="base" latinLnBrk="0" hangingPunct="0">
              <a:lnSpc>
                <a:spcPct val="100000"/>
              </a:lnSpc>
              <a:spcBef>
                <a:spcPct val="0"/>
              </a:spcBef>
              <a:buFont typeface="Arial" panose="020B0604020202020204" pitchFamily="34" charset="0"/>
              <a:buChar char="•"/>
            </a:pPr>
            <a:r>
              <a:rPr lang="fr-FR" sz="900" dirty="0">
                <a:solidFill>
                  <a:schemeClr val="tx1"/>
                </a:solidFill>
                <a:latin typeface="Segoe UI" panose="020B0502040204020203" pitchFamily="34" charset="0"/>
                <a:cs typeface="Segoe UI" panose="020B0502040204020203" pitchFamily="34" charset="0"/>
              </a:rPr>
              <a:t>En déduire un taux de fiabilité par champ = score de confiance.</a:t>
            </a:r>
          </a:p>
          <a:p>
            <a:pPr marL="171450" marR="0" lvl="0" indent="-171450" algn="l" defTabSz="914400" rtl="0" eaLnBrk="0" fontAlgn="base" latinLnBrk="0" hangingPunct="0">
              <a:lnSpc>
                <a:spcPct val="100000"/>
              </a:lnSpc>
              <a:spcBef>
                <a:spcPct val="0"/>
              </a:spcBef>
              <a:buFont typeface="Arial" panose="020B0604020202020204" pitchFamily="34" charset="0"/>
              <a:buChar char="•"/>
            </a:pPr>
            <a:r>
              <a:rPr lang="fr-FR" sz="900" dirty="0">
                <a:solidFill>
                  <a:schemeClr val="tx1"/>
                </a:solidFill>
                <a:latin typeface="Segoe UI" panose="020B0502040204020203" pitchFamily="34" charset="0"/>
                <a:cs typeface="Segoe UI" panose="020B0502040204020203" pitchFamily="34" charset="0"/>
              </a:rPr>
              <a:t>Outillage VT / TAGTIC déjà disponible.</a:t>
            </a:r>
          </a:p>
        </p:txBody>
      </p:sp>
      <p:sp>
        <p:nvSpPr>
          <p:cNvPr id="52" name="Rectangle S3 Footer"/>
          <p:cNvSpPr/>
          <p:nvPr/>
        </p:nvSpPr>
        <p:spPr>
          <a:xfrm>
            <a:off x="5516003" y="3946762"/>
            <a:ext cx="3728357" cy="62000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fr-FR" sz="900" dirty="0">
                <a:solidFill>
                  <a:schemeClr val="tx1"/>
                </a:solidFill>
                <a:latin typeface="Segoe UI" panose="020B0502040204020203" pitchFamily="34" charset="0"/>
                <a:cs typeface="Segoe UI" panose="020B0502040204020203" pitchFamily="34" charset="0"/>
              </a:rPr>
              <a:t>Score ancré sur la </a:t>
            </a:r>
            <a:r>
              <a:rPr lang="fr-FR" sz="900" b="1" dirty="0">
                <a:solidFill>
                  <a:schemeClr val="tx1"/>
                </a:solidFill>
                <a:latin typeface="Segoe UI" panose="020B0502040204020203" pitchFamily="34" charset="0"/>
                <a:cs typeface="Segoe UI" panose="020B0502040204020203" pitchFamily="34" charset="0"/>
              </a:rPr>
              <a:t>réalité métier, mais a posteriori</a:t>
            </a:r>
          </a:p>
        </p:txBody>
      </p:sp>
      <p:sp>
        <p:nvSpPr>
          <p:cNvPr id="3" name="ZoneTexte 2">
            <a:extLst>
              <a:ext uri="{FF2B5EF4-FFF2-40B4-BE49-F238E27FC236}">
                <a16:creationId xmlns:a16="http://schemas.microsoft.com/office/drawing/2014/main" id="{0FBF50AB-07E5-4E00-A6AE-95F94304ECCA}"/>
              </a:ext>
            </a:extLst>
          </p:cNvPr>
          <p:cNvSpPr txBox="1"/>
          <p:nvPr/>
        </p:nvSpPr>
        <p:spPr>
          <a:xfrm>
            <a:off x="1917781" y="4682215"/>
            <a:ext cx="7326579" cy="1138773"/>
          </a:xfrm>
          <a:prstGeom prst="rect">
            <a:avLst/>
          </a:prstGeom>
          <a:noFill/>
        </p:spPr>
        <p:txBody>
          <a:bodyPr wrap="square" rtlCol="0">
            <a:spAutoFit/>
          </a:bodyPr>
          <a:lstStyle/>
          <a:p>
            <a:r>
              <a:rPr lang="fr-FR" sz="1400" u="sng" dirty="0">
                <a:latin typeface="Segoe UI" panose="020B0502040204020203" pitchFamily="34" charset="0"/>
                <a:cs typeface="Segoe UI" panose="020B0502040204020203" pitchFamily="34" charset="0"/>
              </a:rPr>
              <a:t>Préconisation</a:t>
            </a:r>
            <a:r>
              <a:rPr lang="fr-FR" sz="1400" dirty="0">
                <a:latin typeface="Segoe UI" panose="020B0502040204020203" pitchFamily="34" charset="0"/>
                <a:cs typeface="Segoe UI" panose="020B0502040204020203" pitchFamily="34" charset="0"/>
              </a:rPr>
              <a:t> : Scénario 1 + POC sur scénario 2</a:t>
            </a:r>
          </a:p>
          <a:p>
            <a:pPr marL="285750" indent="-285750">
              <a:buFont typeface="Arial" panose="020B0604020202020204" pitchFamily="34" charset="0"/>
              <a:buChar char="•"/>
            </a:pPr>
            <a:r>
              <a:rPr lang="fr-FR" sz="1400" dirty="0">
                <a:latin typeface="Segoe UI" panose="020B0502040204020203" pitchFamily="34" charset="0"/>
                <a:cs typeface="Segoe UI" panose="020B0502040204020203" pitchFamily="34" charset="0"/>
              </a:rPr>
              <a:t>Pour tous les besoins avec contrôle systématique du résultat de l’OCR  : Exploiter le scénario 0 (Exemple : Saisie de cluster)</a:t>
            </a:r>
          </a:p>
          <a:p>
            <a:pPr marL="285750" indent="-285750">
              <a:buFont typeface="Arial" panose="020B0604020202020204" pitchFamily="34" charset="0"/>
              <a:buChar char="•"/>
            </a:pPr>
            <a:r>
              <a:rPr lang="fr-FR" sz="1400" dirty="0">
                <a:latin typeface="Segoe UI" panose="020B0502040204020203" pitchFamily="34" charset="0"/>
                <a:cs typeface="Segoe UI" panose="020B0502040204020203" pitchFamily="34" charset="0"/>
              </a:rPr>
              <a:t>Pour les besoins sans étape de contrôle systématique : Etudier le scénario 2</a:t>
            </a:r>
          </a:p>
          <a:p>
            <a:r>
              <a:rPr lang="fr-FR" sz="1200" dirty="0">
                <a:latin typeface="Segoe UI" panose="020B0502040204020203" pitchFamily="34" charset="0"/>
                <a:cs typeface="Segoe UI" panose="020B0502040204020203" pitchFamily="34" charset="0"/>
              </a:rPr>
              <a:t>(Exemple de besoin avec score de confiance : Champs unitaires, Classification de document ..)</a:t>
            </a:r>
          </a:p>
        </p:txBody>
      </p:sp>
      <p:sp>
        <p:nvSpPr>
          <p:cNvPr id="4" name="ZoneTexte 3">
            <a:extLst>
              <a:ext uri="{FF2B5EF4-FFF2-40B4-BE49-F238E27FC236}">
                <a16:creationId xmlns:a16="http://schemas.microsoft.com/office/drawing/2014/main" id="{6D50A397-644D-B412-E08E-66528B5D0F01}"/>
              </a:ext>
            </a:extLst>
          </p:cNvPr>
          <p:cNvSpPr txBox="1"/>
          <p:nvPr/>
        </p:nvSpPr>
        <p:spPr>
          <a:xfrm>
            <a:off x="1852713" y="5989098"/>
            <a:ext cx="7326579" cy="430887"/>
          </a:xfrm>
          <a:prstGeom prst="rect">
            <a:avLst/>
          </a:prstGeom>
          <a:noFill/>
        </p:spPr>
        <p:txBody>
          <a:bodyPr wrap="square" rtlCol="0">
            <a:spAutoFit/>
          </a:bodyPr>
          <a:lstStyle/>
          <a:p>
            <a:r>
              <a:rPr lang="fr-FR" sz="1100" dirty="0">
                <a:latin typeface="Segoe UI" panose="020B0502040204020203" pitchFamily="34" charset="0"/>
                <a:cs typeface="Segoe UI" panose="020B0502040204020203" pitchFamily="34" charset="0"/>
              </a:rPr>
              <a:t>NB : L’équipe H620 doit prendre contact avec la CF pour évaluer la possibilité d’exploiter un LLM as Judge comme scénario supplémentaire.</a:t>
            </a:r>
          </a:p>
        </p:txBody>
      </p:sp>
    </p:spTree>
    <p:extLst>
      <p:ext uri="{BB962C8B-B14F-4D97-AF65-F5344CB8AC3E}">
        <p14:creationId xmlns:p14="http://schemas.microsoft.com/office/powerpoint/2010/main" val="4201606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p:txBody>
          <a:bodyPr>
            <a:normAutofit fontScale="90000"/>
          </a:bodyPr>
          <a:lstStyle/>
          <a:p>
            <a:r>
              <a:rPr lang="fr-FR" sz="3200" b="1" cap="small" dirty="0">
                <a:latin typeface="Segoe UI" panose="020B0502040204020203" pitchFamily="34" charset="0"/>
                <a:cs typeface="Segoe UI" panose="020B0502040204020203" pitchFamily="34" charset="0"/>
              </a:rPr>
              <a:t>Next </a:t>
            </a:r>
            <a:r>
              <a:rPr lang="fr-FR" sz="3200" b="1" cap="small" dirty="0" err="1">
                <a:latin typeface="Segoe UI" panose="020B0502040204020203" pitchFamily="34" charset="0"/>
                <a:cs typeface="Segoe UI" panose="020B0502040204020203" pitchFamily="34" charset="0"/>
              </a:rPr>
              <a:t>Steps</a:t>
            </a:r>
            <a:endParaRPr lang="fr-FR" dirty="0"/>
          </a:p>
        </p:txBody>
      </p:sp>
      <p:sp>
        <p:nvSpPr>
          <p:cNvPr id="4" name="Rectangle 3">
            <a:extLst>
              <a:ext uri="{FF2B5EF4-FFF2-40B4-BE49-F238E27FC236}">
                <a16:creationId xmlns:a16="http://schemas.microsoft.com/office/drawing/2014/main" id="{AB04D00B-F762-8334-2341-7C3FC738E6A7}"/>
              </a:ext>
            </a:extLst>
          </p:cNvPr>
          <p:cNvSpPr/>
          <p:nvPr/>
        </p:nvSpPr>
        <p:spPr>
          <a:xfrm>
            <a:off x="1097634" y="1794876"/>
            <a:ext cx="2550000" cy="1011821"/>
          </a:xfrm>
          <a:prstGeom prst="rect">
            <a:avLst/>
          </a:prstGeom>
          <a:solidFill>
            <a:srgbClr val="002060"/>
          </a:solid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fr-FR" sz="1200" b="1" dirty="0">
                <a:solidFill>
                  <a:schemeClr val="bg1"/>
                </a:solidFill>
                <a:latin typeface="Segoe UI" panose="020B0502040204020203" pitchFamily="34" charset="0"/>
                <a:cs typeface="Segoe UI" panose="020B0502040204020203" pitchFamily="34" charset="0"/>
              </a:rPr>
              <a:t>Responsabilités</a:t>
            </a:r>
          </a:p>
        </p:txBody>
      </p:sp>
      <p:sp>
        <p:nvSpPr>
          <p:cNvPr id="5" name="Rectangle 4">
            <a:extLst>
              <a:ext uri="{FF2B5EF4-FFF2-40B4-BE49-F238E27FC236}">
                <a16:creationId xmlns:a16="http://schemas.microsoft.com/office/drawing/2014/main" id="{6ECF46B3-F596-9024-2C7B-CFF0482E1E71}"/>
              </a:ext>
            </a:extLst>
          </p:cNvPr>
          <p:cNvSpPr/>
          <p:nvPr/>
        </p:nvSpPr>
        <p:spPr>
          <a:xfrm>
            <a:off x="1097634" y="2948765"/>
            <a:ext cx="2550000" cy="560000"/>
          </a:xfrm>
          <a:prstGeom prst="rect">
            <a:avLst/>
          </a:prstGeom>
          <a:solidFill>
            <a:srgbClr val="002060"/>
          </a:solid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fr-FR" sz="1200" b="1" dirty="0">
                <a:solidFill>
                  <a:schemeClr val="bg1"/>
                </a:solidFill>
                <a:latin typeface="Segoe UI" panose="020B0502040204020203" pitchFamily="34" charset="0"/>
                <a:cs typeface="Segoe UI" panose="020B0502040204020203" pitchFamily="34" charset="0"/>
              </a:rPr>
              <a:t>Ce qu’il faudra cadrer</a:t>
            </a:r>
          </a:p>
        </p:txBody>
      </p:sp>
      <p:sp>
        <p:nvSpPr>
          <p:cNvPr id="6" name="Rectangle 5">
            <a:extLst>
              <a:ext uri="{FF2B5EF4-FFF2-40B4-BE49-F238E27FC236}">
                <a16:creationId xmlns:a16="http://schemas.microsoft.com/office/drawing/2014/main" id="{E0B32E87-0325-6A54-52D5-1E9E1E69A358}"/>
              </a:ext>
            </a:extLst>
          </p:cNvPr>
          <p:cNvSpPr/>
          <p:nvPr/>
        </p:nvSpPr>
        <p:spPr>
          <a:xfrm>
            <a:off x="1097634" y="3650832"/>
            <a:ext cx="2550000" cy="1698622"/>
          </a:xfrm>
          <a:prstGeom prst="rect">
            <a:avLst/>
          </a:prstGeom>
          <a:solidFill>
            <a:srgbClr val="002060"/>
          </a:solid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fr-FR" sz="1200" b="1" dirty="0">
                <a:solidFill>
                  <a:schemeClr val="bg1"/>
                </a:solidFill>
                <a:latin typeface="Segoe UI" panose="020B0502040204020203" pitchFamily="34" charset="0"/>
                <a:cs typeface="Segoe UI" panose="020B0502040204020203" pitchFamily="34" charset="0"/>
              </a:rPr>
              <a:t>Les points prioritaires</a:t>
            </a:r>
          </a:p>
        </p:txBody>
      </p:sp>
      <p:sp>
        <p:nvSpPr>
          <p:cNvPr id="3" name="Rectangle 2">
            <a:extLst>
              <a:ext uri="{FF2B5EF4-FFF2-40B4-BE49-F238E27FC236}">
                <a16:creationId xmlns:a16="http://schemas.microsoft.com/office/drawing/2014/main" id="{655E01B4-D89B-1FAD-1E1A-539D20F16D7E}"/>
              </a:ext>
            </a:extLst>
          </p:cNvPr>
          <p:cNvSpPr/>
          <p:nvPr/>
        </p:nvSpPr>
        <p:spPr>
          <a:xfrm>
            <a:off x="3807257" y="1794876"/>
            <a:ext cx="3653086" cy="1011821"/>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eaLnBrk="0" fontAlgn="base" hangingPunct="0">
              <a:spcBef>
                <a:spcPct val="0"/>
              </a:spcBef>
              <a:spcAft>
                <a:spcPct val="0"/>
              </a:spcAft>
              <a:buFont typeface="Arial" panose="020B0604020202020204" pitchFamily="34" charset="0"/>
              <a:buChar char="•"/>
            </a:pPr>
            <a:r>
              <a:rPr lang="fr-FR" sz="1100" dirty="0">
                <a:solidFill>
                  <a:schemeClr val="tx1"/>
                </a:solidFill>
                <a:latin typeface="Segoe UI" panose="020B0502040204020203" pitchFamily="34" charset="0"/>
                <a:cs typeface="Segoe UI" panose="020B0502040204020203" pitchFamily="34" charset="0"/>
              </a:rPr>
              <a:t>Stream 1 : Migration des CW pour refonte de </a:t>
            </a:r>
            <a:r>
              <a:rPr lang="fr-FR" sz="1100" dirty="0" err="1">
                <a:solidFill>
                  <a:schemeClr val="tx1"/>
                </a:solidFill>
                <a:latin typeface="Segoe UI" panose="020B0502040204020203" pitchFamily="34" charset="0"/>
                <a:cs typeface="Segoe UI" panose="020B0502040204020203" pitchFamily="34" charset="0"/>
              </a:rPr>
              <a:t>SyoReader</a:t>
            </a:r>
            <a:endParaRPr lang="fr-FR" sz="1100" b="1" dirty="0">
              <a:solidFill>
                <a:schemeClr val="tx1"/>
              </a:solidFill>
              <a:latin typeface="Segoe UI" panose="020B0502040204020203" pitchFamily="34" charset="0"/>
              <a:cs typeface="Segoe UI" panose="020B0502040204020203" pitchFamily="34" charset="0"/>
            </a:endParaRPr>
          </a:p>
          <a:p>
            <a:pPr marL="171450" indent="-171450" eaLnBrk="0" fontAlgn="base" hangingPunct="0">
              <a:spcBef>
                <a:spcPct val="0"/>
              </a:spcBef>
              <a:spcAft>
                <a:spcPct val="0"/>
              </a:spcAft>
              <a:buFont typeface="Arial" panose="020B0604020202020204" pitchFamily="34" charset="0"/>
              <a:buChar char="•"/>
            </a:pPr>
            <a:r>
              <a:rPr lang="fr-FR" sz="1100" dirty="0">
                <a:solidFill>
                  <a:schemeClr val="tx1"/>
                </a:solidFill>
                <a:latin typeface="Segoe UI" panose="020B0502040204020203" pitchFamily="34" charset="0"/>
                <a:cs typeface="Segoe UI" panose="020B0502040204020203" pitchFamily="34" charset="0"/>
              </a:rPr>
              <a:t>Stream 2 : La mise en place de l’</a:t>
            </a:r>
            <a:r>
              <a:rPr lang="fr-FR" sz="1100" dirty="0" err="1">
                <a:solidFill>
                  <a:schemeClr val="tx1"/>
                </a:solidFill>
                <a:latin typeface="Segoe UI" panose="020B0502040204020203" pitchFamily="34" charset="0"/>
                <a:cs typeface="Segoe UI" panose="020B0502040204020203" pitchFamily="34" charset="0"/>
              </a:rPr>
              <a:t>interop</a:t>
            </a:r>
            <a:r>
              <a:rPr lang="fr-FR" sz="1100" dirty="0">
                <a:solidFill>
                  <a:schemeClr val="tx1"/>
                </a:solidFill>
                <a:latin typeface="Segoe UI" panose="020B0502040204020203" pitchFamily="34" charset="0"/>
                <a:cs typeface="Segoe UI" panose="020B0502040204020203" pitchFamily="34" charset="0"/>
              </a:rPr>
              <a:t> </a:t>
            </a:r>
            <a:r>
              <a:rPr lang="fr-FR" sz="1100" dirty="0" err="1">
                <a:solidFill>
                  <a:schemeClr val="tx1"/>
                </a:solidFill>
                <a:latin typeface="Segoe UI" panose="020B0502040204020203" pitchFamily="34" charset="0"/>
                <a:cs typeface="Segoe UI" panose="020B0502040204020203" pitchFamily="34" charset="0"/>
              </a:rPr>
              <a:t>Ocrus</a:t>
            </a:r>
            <a:r>
              <a:rPr lang="fr-FR" sz="1100" dirty="0">
                <a:solidFill>
                  <a:schemeClr val="tx1"/>
                </a:solidFill>
                <a:latin typeface="Segoe UI" panose="020B0502040204020203" pitchFamily="34" charset="0"/>
                <a:cs typeface="Segoe UI" panose="020B0502040204020203" pitchFamily="34" charset="0"/>
              </a:rPr>
              <a:t> &lt;-&gt; Cadi </a:t>
            </a:r>
            <a:endParaRPr lang="fr-FR" sz="1100" b="1" dirty="0">
              <a:solidFill>
                <a:schemeClr val="tx1"/>
              </a:solidFill>
              <a:latin typeface="Segoe UI" panose="020B0502040204020203" pitchFamily="34" charset="0"/>
              <a:cs typeface="Segoe UI" panose="020B0502040204020203" pitchFamily="34" charset="0"/>
            </a:endParaRPr>
          </a:p>
        </p:txBody>
      </p:sp>
      <p:sp>
        <p:nvSpPr>
          <p:cNvPr id="7" name="Rectangle 6">
            <a:extLst>
              <a:ext uri="{FF2B5EF4-FFF2-40B4-BE49-F238E27FC236}">
                <a16:creationId xmlns:a16="http://schemas.microsoft.com/office/drawing/2014/main" id="{285B81C4-14FC-AE47-A8AA-1E88C70A8DA5}"/>
              </a:ext>
            </a:extLst>
          </p:cNvPr>
          <p:cNvSpPr/>
          <p:nvPr/>
        </p:nvSpPr>
        <p:spPr>
          <a:xfrm>
            <a:off x="3827198" y="2948765"/>
            <a:ext cx="3633145" cy="56000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eaLnBrk="0" fontAlgn="base" hangingPunct="0">
              <a:spcBef>
                <a:spcPct val="0"/>
              </a:spcBef>
              <a:spcAft>
                <a:spcPct val="0"/>
              </a:spcAft>
              <a:buFont typeface="Arial" panose="020B0604020202020204" pitchFamily="34" charset="0"/>
              <a:buChar char="•"/>
            </a:pPr>
            <a:r>
              <a:rPr lang="fr-FR" sz="1100" dirty="0">
                <a:solidFill>
                  <a:schemeClr val="tx1"/>
                </a:solidFill>
                <a:latin typeface="Segoe UI" panose="020B0502040204020203" pitchFamily="34" charset="0"/>
                <a:cs typeface="Segoe UI" panose="020B0502040204020203" pitchFamily="34" charset="0"/>
              </a:rPr>
              <a:t>Mécanisme d’évaluation  des résultats d’extraction / classification </a:t>
            </a:r>
            <a:r>
              <a:rPr lang="fr-FR" sz="1100" baseline="-25000" dirty="0">
                <a:solidFill>
                  <a:schemeClr val="tx1"/>
                </a:solidFill>
                <a:latin typeface="Segoe UI" panose="020B0502040204020203" pitchFamily="34" charset="0"/>
                <a:cs typeface="Segoe UI" panose="020B0502040204020203" pitchFamily="34" charset="0"/>
              </a:rPr>
              <a:t>(1)</a:t>
            </a:r>
          </a:p>
        </p:txBody>
      </p:sp>
      <p:sp>
        <p:nvSpPr>
          <p:cNvPr id="8" name="Rectangle 7">
            <a:extLst>
              <a:ext uri="{FF2B5EF4-FFF2-40B4-BE49-F238E27FC236}">
                <a16:creationId xmlns:a16="http://schemas.microsoft.com/office/drawing/2014/main" id="{B5063F83-8D4E-2841-ECFD-A126DD1D4513}"/>
              </a:ext>
            </a:extLst>
          </p:cNvPr>
          <p:cNvSpPr/>
          <p:nvPr/>
        </p:nvSpPr>
        <p:spPr>
          <a:xfrm>
            <a:off x="3827198" y="3650832"/>
            <a:ext cx="7482162" cy="1698622"/>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eaLnBrk="0" fontAlgn="base" hangingPunct="0">
              <a:spcBef>
                <a:spcPct val="0"/>
              </a:spcBef>
              <a:spcAft>
                <a:spcPct val="0"/>
              </a:spcAft>
              <a:buFont typeface="Arial" panose="020B0604020202020204" pitchFamily="34" charset="0"/>
              <a:buChar char="•"/>
            </a:pPr>
            <a:r>
              <a:rPr lang="fr-FR" sz="1100" dirty="0">
                <a:solidFill>
                  <a:schemeClr val="tx1"/>
                </a:solidFill>
                <a:latin typeface="Segoe UI" panose="020B0502040204020203" pitchFamily="34" charset="0"/>
                <a:cs typeface="Segoe UI" panose="020B0502040204020203" pitchFamily="34" charset="0"/>
              </a:rPr>
              <a:t>(P1) : Analyse d’impact de la refonte </a:t>
            </a:r>
            <a:r>
              <a:rPr lang="fr-FR" sz="1100" dirty="0" err="1">
                <a:solidFill>
                  <a:schemeClr val="tx1"/>
                </a:solidFill>
                <a:latin typeface="Segoe UI" panose="020B0502040204020203" pitchFamily="34" charset="0"/>
                <a:cs typeface="Segoe UI" panose="020B0502040204020203" pitchFamily="34" charset="0"/>
              </a:rPr>
              <a:t>SyoReader</a:t>
            </a:r>
            <a:r>
              <a:rPr lang="fr-FR" sz="1100" dirty="0">
                <a:solidFill>
                  <a:schemeClr val="tx1"/>
                </a:solidFill>
                <a:latin typeface="Segoe UI" panose="020B0502040204020203" pitchFamily="34" charset="0"/>
                <a:cs typeface="Segoe UI" panose="020B0502040204020203" pitchFamily="34" charset="0"/>
              </a:rPr>
              <a:t> sur les </a:t>
            </a:r>
            <a:r>
              <a:rPr lang="fr-FR" sz="1100" dirty="0" err="1">
                <a:solidFill>
                  <a:schemeClr val="tx1"/>
                </a:solidFill>
                <a:latin typeface="Segoe UI" panose="020B0502040204020203" pitchFamily="34" charset="0"/>
                <a:cs typeface="Segoe UI" panose="020B0502040204020203" pitchFamily="34" charset="0"/>
              </a:rPr>
              <a:t>CWs</a:t>
            </a:r>
            <a:r>
              <a:rPr lang="fr-FR" sz="1100" dirty="0">
                <a:solidFill>
                  <a:schemeClr val="tx1"/>
                </a:solidFill>
                <a:latin typeface="Segoe UI" panose="020B0502040204020203" pitchFamily="34" charset="0"/>
                <a:cs typeface="Segoe UI" panose="020B0502040204020203" pitchFamily="34" charset="0"/>
              </a:rPr>
              <a:t> historiques</a:t>
            </a:r>
          </a:p>
          <a:p>
            <a:pPr marL="628650" lvl="1" indent="-171450" eaLnBrk="0" fontAlgn="base" hangingPunct="0">
              <a:spcBef>
                <a:spcPct val="0"/>
              </a:spcBef>
              <a:spcAft>
                <a:spcPct val="0"/>
              </a:spcAft>
              <a:buFont typeface="Arial" panose="020B0604020202020204" pitchFamily="34" charset="0"/>
              <a:buChar char="•"/>
            </a:pPr>
            <a:r>
              <a:rPr lang="fr-FR" sz="1100" dirty="0">
                <a:solidFill>
                  <a:schemeClr val="tx1"/>
                </a:solidFill>
                <a:latin typeface="Segoe UI" panose="020B0502040204020203" pitchFamily="34" charset="0"/>
                <a:cs typeface="Segoe UI" panose="020B0502040204020203" pitchFamily="34" charset="0"/>
              </a:rPr>
              <a:t>P 1-1 : Valider la liste des méthodes Obsolètes en cible sur le package </a:t>
            </a:r>
            <a:r>
              <a:rPr lang="fr-FR" sz="1100" dirty="0" err="1">
                <a:solidFill>
                  <a:schemeClr val="tx1"/>
                </a:solidFill>
                <a:latin typeface="Segoe UI" panose="020B0502040204020203" pitchFamily="34" charset="0"/>
                <a:cs typeface="Segoe UI" panose="020B0502040204020203" pitchFamily="34" charset="0"/>
              </a:rPr>
              <a:t>SyoReader</a:t>
            </a:r>
            <a:endParaRPr lang="fr-FR" sz="1100" dirty="0">
              <a:solidFill>
                <a:schemeClr val="tx1"/>
              </a:solidFill>
              <a:latin typeface="Segoe UI" panose="020B0502040204020203" pitchFamily="34" charset="0"/>
              <a:cs typeface="Segoe UI" panose="020B0502040204020203" pitchFamily="34" charset="0"/>
            </a:endParaRPr>
          </a:p>
          <a:p>
            <a:pPr marL="628650" lvl="1" indent="-171450" eaLnBrk="0" fontAlgn="base" hangingPunct="0">
              <a:spcBef>
                <a:spcPct val="0"/>
              </a:spcBef>
              <a:spcAft>
                <a:spcPct val="0"/>
              </a:spcAft>
              <a:buFont typeface="Arial" panose="020B0604020202020204" pitchFamily="34" charset="0"/>
              <a:buChar char="•"/>
            </a:pPr>
            <a:r>
              <a:rPr lang="fr-FR" sz="1100" dirty="0">
                <a:solidFill>
                  <a:schemeClr val="tx1"/>
                </a:solidFill>
                <a:latin typeface="Segoe UI" panose="020B0502040204020203" pitchFamily="34" charset="0"/>
                <a:cs typeface="Segoe UI" panose="020B0502040204020203" pitchFamily="34" charset="0"/>
              </a:rPr>
              <a:t>P 1-2 : Identifier la liste des </a:t>
            </a:r>
            <a:r>
              <a:rPr lang="fr-FR" sz="1100" dirty="0" err="1">
                <a:solidFill>
                  <a:schemeClr val="tx1"/>
                </a:solidFill>
                <a:latin typeface="Segoe UI" panose="020B0502040204020203" pitchFamily="34" charset="0"/>
                <a:cs typeface="Segoe UI" panose="020B0502040204020203" pitchFamily="34" charset="0"/>
              </a:rPr>
              <a:t>CWs</a:t>
            </a:r>
            <a:r>
              <a:rPr lang="fr-FR" sz="1100" dirty="0">
                <a:solidFill>
                  <a:schemeClr val="tx1"/>
                </a:solidFill>
                <a:latin typeface="Segoe UI" panose="020B0502040204020203" pitchFamily="34" charset="0"/>
                <a:cs typeface="Segoe UI" panose="020B0502040204020203" pitchFamily="34" charset="0"/>
              </a:rPr>
              <a:t> impactés en cible et coordonner avec le plan de migration STR</a:t>
            </a:r>
          </a:p>
          <a:p>
            <a:pPr marL="171450" indent="-171450" eaLnBrk="0" fontAlgn="base" hangingPunct="0">
              <a:spcBef>
                <a:spcPct val="0"/>
              </a:spcBef>
              <a:spcAft>
                <a:spcPct val="0"/>
              </a:spcAft>
              <a:buFont typeface="Arial" panose="020B0604020202020204" pitchFamily="34" charset="0"/>
              <a:buChar char="•"/>
            </a:pPr>
            <a:r>
              <a:rPr lang="fr-FR" sz="1100" dirty="0">
                <a:solidFill>
                  <a:schemeClr val="tx1"/>
                </a:solidFill>
                <a:latin typeface="Segoe UI" panose="020B0502040204020203" pitchFamily="34" charset="0"/>
                <a:cs typeface="Segoe UI" panose="020B0502040204020203" pitchFamily="34" charset="0"/>
              </a:rPr>
              <a:t>(P2) : Mise en place du connecteur </a:t>
            </a:r>
            <a:r>
              <a:rPr lang="fr-FR" sz="1100" dirty="0" err="1">
                <a:solidFill>
                  <a:schemeClr val="tx1"/>
                </a:solidFill>
                <a:latin typeface="Segoe UI" panose="020B0502040204020203" pitchFamily="34" charset="0"/>
                <a:cs typeface="Segoe UI" panose="020B0502040204020203" pitchFamily="34" charset="0"/>
              </a:rPr>
              <a:t>Ocrus</a:t>
            </a:r>
            <a:r>
              <a:rPr lang="fr-FR" sz="1100" dirty="0">
                <a:solidFill>
                  <a:schemeClr val="tx1"/>
                </a:solidFill>
                <a:latin typeface="Segoe UI" panose="020B0502040204020203" pitchFamily="34" charset="0"/>
                <a:cs typeface="Segoe UI" panose="020B0502040204020203" pitchFamily="34" charset="0"/>
              </a:rPr>
              <a:t> &lt;-&gt; Cadi  (Notamment pour l’offre Contrôle Doc +)</a:t>
            </a:r>
          </a:p>
        </p:txBody>
      </p:sp>
      <p:sp>
        <p:nvSpPr>
          <p:cNvPr id="9" name="Rectangle 8">
            <a:extLst>
              <a:ext uri="{FF2B5EF4-FFF2-40B4-BE49-F238E27FC236}">
                <a16:creationId xmlns:a16="http://schemas.microsoft.com/office/drawing/2014/main" id="{11109B43-6301-9513-BAE5-FBDB751E1D4F}"/>
              </a:ext>
            </a:extLst>
          </p:cNvPr>
          <p:cNvSpPr/>
          <p:nvPr/>
        </p:nvSpPr>
        <p:spPr>
          <a:xfrm>
            <a:off x="836376" y="5948978"/>
            <a:ext cx="10211727" cy="6698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eaLnBrk="0" fontAlgn="base" hangingPunct="0">
              <a:spcBef>
                <a:spcPct val="0"/>
              </a:spcBef>
              <a:spcAft>
                <a:spcPct val="0"/>
              </a:spcAft>
            </a:pPr>
            <a:r>
              <a:rPr lang="fr-FR" sz="1000" i="1" dirty="0">
                <a:solidFill>
                  <a:schemeClr val="bg1">
                    <a:lumMod val="50000"/>
                  </a:schemeClr>
                </a:solidFill>
                <a:latin typeface="Segoe UI" panose="020B0502040204020203" pitchFamily="34" charset="0"/>
                <a:cs typeface="Segoe UI" panose="020B0502040204020203" pitchFamily="34" charset="0"/>
              </a:rPr>
              <a:t>(1) : Le mécanisme d’évaluation consiste à produire un indicateur quantitatif pour que l’utilisateur du résultat de l’OCR puisse évaluer le besoin d’une intervention humaine avant d’approuver ce résultat.</a:t>
            </a:r>
          </a:p>
        </p:txBody>
      </p:sp>
      <p:sp>
        <p:nvSpPr>
          <p:cNvPr id="10" name="Rectangle 9">
            <a:extLst>
              <a:ext uri="{FF2B5EF4-FFF2-40B4-BE49-F238E27FC236}">
                <a16:creationId xmlns:a16="http://schemas.microsoft.com/office/drawing/2014/main" id="{BB253D73-7DD4-382E-9DC0-B01CBED5DD02}"/>
              </a:ext>
            </a:extLst>
          </p:cNvPr>
          <p:cNvSpPr/>
          <p:nvPr/>
        </p:nvSpPr>
        <p:spPr>
          <a:xfrm>
            <a:off x="3807257" y="1195352"/>
            <a:ext cx="3653086" cy="507417"/>
          </a:xfrm>
          <a:prstGeom prst="rect">
            <a:avLst/>
          </a:prstGeom>
          <a:solidFill>
            <a:srgbClr val="002060"/>
          </a:solid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fr-FR" sz="1200" b="1" dirty="0">
                <a:solidFill>
                  <a:schemeClr val="bg1"/>
                </a:solidFill>
                <a:latin typeface="Segoe UI" panose="020B0502040204020203" pitchFamily="34" charset="0"/>
                <a:cs typeface="Segoe UI" panose="020B0502040204020203" pitchFamily="34" charset="0"/>
              </a:rPr>
              <a:t>H620</a:t>
            </a:r>
          </a:p>
        </p:txBody>
      </p:sp>
      <p:sp>
        <p:nvSpPr>
          <p:cNvPr id="11" name="Rectangle 10">
            <a:extLst>
              <a:ext uri="{FF2B5EF4-FFF2-40B4-BE49-F238E27FC236}">
                <a16:creationId xmlns:a16="http://schemas.microsoft.com/office/drawing/2014/main" id="{805A526C-B7E2-3D27-1E89-71AD19995C3A}"/>
              </a:ext>
            </a:extLst>
          </p:cNvPr>
          <p:cNvSpPr/>
          <p:nvPr/>
        </p:nvSpPr>
        <p:spPr>
          <a:xfrm>
            <a:off x="7656274" y="1195352"/>
            <a:ext cx="3653086" cy="507417"/>
          </a:xfrm>
          <a:prstGeom prst="rect">
            <a:avLst/>
          </a:prstGeom>
          <a:solidFill>
            <a:srgbClr val="002060"/>
          </a:solid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fr-FR" sz="1200" b="1" dirty="0">
                <a:solidFill>
                  <a:schemeClr val="bg1"/>
                </a:solidFill>
                <a:latin typeface="Segoe UI" panose="020B0502040204020203" pitchFamily="34" charset="0"/>
                <a:cs typeface="Segoe UI" panose="020B0502040204020203" pitchFamily="34" charset="0"/>
              </a:rPr>
              <a:t>H550</a:t>
            </a:r>
          </a:p>
        </p:txBody>
      </p:sp>
      <p:sp>
        <p:nvSpPr>
          <p:cNvPr id="12" name="Rectangle 11">
            <a:extLst>
              <a:ext uri="{FF2B5EF4-FFF2-40B4-BE49-F238E27FC236}">
                <a16:creationId xmlns:a16="http://schemas.microsoft.com/office/drawing/2014/main" id="{53C6BC4C-498E-A88A-B454-C7B5CF9C68DC}"/>
              </a:ext>
            </a:extLst>
          </p:cNvPr>
          <p:cNvSpPr/>
          <p:nvPr/>
        </p:nvSpPr>
        <p:spPr>
          <a:xfrm>
            <a:off x="7656274" y="1833339"/>
            <a:ext cx="3653086" cy="1011821"/>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eaLnBrk="0" fontAlgn="base" hangingPunct="0">
              <a:spcBef>
                <a:spcPct val="0"/>
              </a:spcBef>
              <a:spcAft>
                <a:spcPct val="0"/>
              </a:spcAft>
              <a:buFont typeface="Arial" panose="020B0604020202020204" pitchFamily="34" charset="0"/>
              <a:buChar char="•"/>
            </a:pPr>
            <a:r>
              <a:rPr lang="fr-FR" sz="1100" dirty="0">
                <a:solidFill>
                  <a:schemeClr val="tx1"/>
                </a:solidFill>
                <a:latin typeface="Segoe UI" panose="020B0502040204020203" pitchFamily="34" charset="0"/>
                <a:cs typeface="Segoe UI" panose="020B0502040204020203" pitchFamily="34" charset="0"/>
              </a:rPr>
              <a:t>Stream 3 : La mise en place du mécanisme d’évaluation</a:t>
            </a:r>
            <a:r>
              <a:rPr lang="fr-FR" sz="1100" baseline="30000" dirty="0">
                <a:solidFill>
                  <a:schemeClr val="tx1"/>
                </a:solidFill>
                <a:latin typeface="Segoe UI" panose="020B0502040204020203" pitchFamily="34" charset="0"/>
                <a:cs typeface="Segoe UI" panose="020B0502040204020203" pitchFamily="34" charset="0"/>
              </a:rPr>
              <a:t>(1)</a:t>
            </a:r>
            <a:r>
              <a:rPr lang="fr-FR" sz="1100" dirty="0">
                <a:solidFill>
                  <a:schemeClr val="tx1"/>
                </a:solidFill>
                <a:latin typeface="Segoe UI" panose="020B0502040204020203" pitchFamily="34" charset="0"/>
                <a:cs typeface="Segoe UI" panose="020B0502040204020203" pitchFamily="34" charset="0"/>
              </a:rPr>
              <a:t> des résultats des extractions / classification sur la base de </a:t>
            </a:r>
            <a:r>
              <a:rPr lang="fr-FR" sz="1100" dirty="0" err="1">
                <a:solidFill>
                  <a:schemeClr val="tx1"/>
                </a:solidFill>
                <a:latin typeface="Segoe UI" panose="020B0502040204020203" pitchFamily="34" charset="0"/>
                <a:cs typeface="Segoe UI" panose="020B0502040204020203" pitchFamily="34" charset="0"/>
              </a:rPr>
              <a:t>Gen</a:t>
            </a:r>
            <a:r>
              <a:rPr lang="fr-FR" sz="1100" dirty="0">
                <a:solidFill>
                  <a:schemeClr val="tx1"/>
                </a:solidFill>
                <a:latin typeface="Segoe UI" panose="020B0502040204020203" pitchFamily="34" charset="0"/>
                <a:cs typeface="Segoe UI" panose="020B0502040204020203" pitchFamily="34" charset="0"/>
              </a:rPr>
              <a:t> AI</a:t>
            </a:r>
            <a:endParaRPr lang="fr-FR" sz="1100" b="1" dirty="0">
              <a:solidFill>
                <a:schemeClr val="tx1"/>
              </a:solidFill>
              <a:latin typeface="Segoe UI" panose="020B0502040204020203" pitchFamily="34" charset="0"/>
              <a:cs typeface="Segoe UI" panose="020B0502040204020203" pitchFamily="34" charset="0"/>
            </a:endParaRPr>
          </a:p>
          <a:p>
            <a:pPr marL="171450" indent="-171450" eaLnBrk="0" fontAlgn="base" hangingPunct="0">
              <a:spcBef>
                <a:spcPct val="0"/>
              </a:spcBef>
              <a:spcAft>
                <a:spcPct val="0"/>
              </a:spcAft>
              <a:buFont typeface="Arial" panose="020B0604020202020204" pitchFamily="34" charset="0"/>
              <a:buChar char="•"/>
            </a:pPr>
            <a:r>
              <a:rPr lang="fr-FR" sz="1100" dirty="0">
                <a:solidFill>
                  <a:schemeClr val="tx1"/>
                </a:solidFill>
                <a:latin typeface="Segoe UI" panose="020B0502040204020203" pitchFamily="34" charset="0"/>
                <a:cs typeface="Segoe UI" panose="020B0502040204020203" pitchFamily="34" charset="0"/>
              </a:rPr>
              <a:t>Coordination de ces </a:t>
            </a:r>
            <a:r>
              <a:rPr lang="fr-FR" sz="1100" dirty="0" err="1">
                <a:solidFill>
                  <a:schemeClr val="tx1"/>
                </a:solidFill>
                <a:latin typeface="Segoe UI" panose="020B0502040204020203" pitchFamily="34" charset="0"/>
                <a:cs typeface="Segoe UI" panose="020B0502040204020203" pitchFamily="34" charset="0"/>
              </a:rPr>
              <a:t>streams</a:t>
            </a:r>
            <a:r>
              <a:rPr lang="fr-FR" sz="1100" dirty="0">
                <a:solidFill>
                  <a:schemeClr val="tx1"/>
                </a:solidFill>
                <a:latin typeface="Segoe UI" panose="020B0502040204020203" pitchFamily="34" charset="0"/>
                <a:cs typeface="Segoe UI" panose="020B0502040204020203" pitchFamily="34" charset="0"/>
              </a:rPr>
              <a:t> </a:t>
            </a:r>
            <a:endParaRPr lang="fr-FR" sz="1100" b="1" dirty="0">
              <a:solidFill>
                <a:schemeClr val="tx1"/>
              </a:solidFill>
              <a:latin typeface="Segoe UI" panose="020B0502040204020203" pitchFamily="34" charset="0"/>
              <a:cs typeface="Segoe UI" panose="020B0502040204020203" pitchFamily="34" charset="0"/>
            </a:endParaRPr>
          </a:p>
        </p:txBody>
      </p:sp>
      <p:sp>
        <p:nvSpPr>
          <p:cNvPr id="13" name="Rectangle 12">
            <a:extLst>
              <a:ext uri="{FF2B5EF4-FFF2-40B4-BE49-F238E27FC236}">
                <a16:creationId xmlns:a16="http://schemas.microsoft.com/office/drawing/2014/main" id="{2EACFE82-9110-FB8F-DE5C-AF4A8F5A49FB}"/>
              </a:ext>
            </a:extLst>
          </p:cNvPr>
          <p:cNvSpPr/>
          <p:nvPr/>
        </p:nvSpPr>
        <p:spPr>
          <a:xfrm>
            <a:off x="7656274" y="2967996"/>
            <a:ext cx="3633145" cy="56000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fr-FR" sz="1100" dirty="0">
                <a:solidFill>
                  <a:schemeClr val="tx1"/>
                </a:solidFill>
                <a:latin typeface="Segoe UI" panose="020B0502040204020203" pitchFamily="34" charset="0"/>
                <a:cs typeface="Segoe UI" panose="020B0502040204020203" pitchFamily="34" charset="0"/>
              </a:rPr>
              <a:t>- </a:t>
            </a:r>
          </a:p>
        </p:txBody>
      </p:sp>
    </p:spTree>
    <p:extLst>
      <p:ext uri="{BB962C8B-B14F-4D97-AF65-F5344CB8AC3E}">
        <p14:creationId xmlns:p14="http://schemas.microsoft.com/office/powerpoint/2010/main" val="26902560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ctrTitle"/>
          </p:nvPr>
        </p:nvSpPr>
        <p:spPr>
          <a:xfrm>
            <a:off x="4880008" y="1652564"/>
            <a:ext cx="6413805" cy="2145456"/>
          </a:xfrm>
        </p:spPr>
        <p:txBody>
          <a:bodyPr anchor="ctr"/>
          <a:lstStyle/>
          <a:p>
            <a:r>
              <a:rPr lang="fr-FR" sz="4800" b="1" cap="small" dirty="0">
                <a:latin typeface="Segoe UI" panose="020B0502040204020203" pitchFamily="34" charset="0"/>
                <a:cs typeface="Segoe UI" panose="020B0502040204020203" pitchFamily="34" charset="0"/>
              </a:rPr>
              <a:t>Fin</a:t>
            </a:r>
            <a:endParaRPr lang="fr-FR" sz="7200" b="1" i="1" cap="small" dirty="0">
              <a:latin typeface="Segoe UI" panose="020B0502040204020203" pitchFamily="34" charset="0"/>
              <a:cs typeface="Segoe UI" panose="020B0502040204020203" pitchFamily="34" charset="0"/>
            </a:endParaRPr>
          </a:p>
        </p:txBody>
      </p:sp>
      <p:sp>
        <p:nvSpPr>
          <p:cNvPr id="3" name="Sous-titre 2">
            <a:extLst>
              <a:ext uri="{FF2B5EF4-FFF2-40B4-BE49-F238E27FC236}">
                <a16:creationId xmlns:a16="http://schemas.microsoft.com/office/drawing/2014/main" id="{1939B2D7-64CC-CCF1-825B-C1F6DA12F85E}"/>
              </a:ext>
            </a:extLst>
          </p:cNvPr>
          <p:cNvSpPr>
            <a:spLocks noGrp="1"/>
          </p:cNvSpPr>
          <p:nvPr>
            <p:ph type="subTitle" idx="1"/>
          </p:nvPr>
        </p:nvSpPr>
        <p:spPr/>
        <p:txBody>
          <a:bodyPr/>
          <a:lstStyle/>
          <a:p>
            <a:endParaRPr lang="fr-FR"/>
          </a:p>
        </p:txBody>
      </p:sp>
    </p:spTree>
    <p:extLst>
      <p:ext uri="{BB962C8B-B14F-4D97-AF65-F5344CB8AC3E}">
        <p14:creationId xmlns:p14="http://schemas.microsoft.com/office/powerpoint/2010/main" val="8247358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p:txBody>
          <a:bodyPr>
            <a:normAutofit fontScale="90000"/>
          </a:bodyPr>
          <a:lstStyle/>
          <a:p>
            <a:r>
              <a:rPr lang="fr-FR" sz="3200" b="1" cap="small" dirty="0">
                <a:latin typeface="Segoe UI" panose="020B0502040204020203" pitchFamily="34" charset="0"/>
                <a:cs typeface="Segoe UI" panose="020B0502040204020203" pitchFamily="34" charset="0"/>
              </a:rPr>
              <a:t>Refonte technique </a:t>
            </a:r>
            <a:r>
              <a:rPr lang="fr-FR" sz="3200" b="1" cap="small" dirty="0" err="1">
                <a:latin typeface="Segoe UI" panose="020B0502040204020203" pitchFamily="34" charset="0"/>
                <a:cs typeface="Segoe UI" panose="020B0502040204020203" pitchFamily="34" charset="0"/>
              </a:rPr>
              <a:t>SyoReader</a:t>
            </a:r>
            <a:r>
              <a:rPr lang="fr-FR" sz="3200" b="1" cap="small" dirty="0">
                <a:latin typeface="Segoe UI" panose="020B0502040204020203" pitchFamily="34" charset="0"/>
                <a:cs typeface="Segoe UI" panose="020B0502040204020203" pitchFamily="34" charset="0"/>
              </a:rPr>
              <a:t> et impacts sur les </a:t>
            </a:r>
            <a:r>
              <a:rPr lang="fr-FR" sz="3200" b="1" cap="small" dirty="0" err="1">
                <a:latin typeface="Segoe UI" panose="020B0502040204020203" pitchFamily="34" charset="0"/>
                <a:cs typeface="Segoe UI" panose="020B0502040204020203" pitchFamily="34" charset="0"/>
              </a:rPr>
              <a:t>CWs</a:t>
            </a:r>
            <a:endParaRPr lang="fr-FR" dirty="0"/>
          </a:p>
        </p:txBody>
      </p:sp>
      <p:sp>
        <p:nvSpPr>
          <p:cNvPr id="13" name="Rectangle 12">
            <a:extLst>
              <a:ext uri="{FF2B5EF4-FFF2-40B4-BE49-F238E27FC236}">
                <a16:creationId xmlns:a16="http://schemas.microsoft.com/office/drawing/2014/main" id="{A4BD1FBC-2EE3-DCA5-BA94-7EB46583599F}"/>
              </a:ext>
            </a:extLst>
          </p:cNvPr>
          <p:cNvSpPr/>
          <p:nvPr/>
        </p:nvSpPr>
        <p:spPr>
          <a:xfrm>
            <a:off x="858233" y="1148745"/>
            <a:ext cx="4559640" cy="463623"/>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latin typeface="Segoe UI" panose="020B0502040204020203" pitchFamily="34" charset="0"/>
                <a:cs typeface="Segoe UI" panose="020B0502040204020203" pitchFamily="34" charset="0"/>
              </a:rPr>
              <a:t>CW</a:t>
            </a:r>
          </a:p>
        </p:txBody>
      </p:sp>
      <p:sp>
        <p:nvSpPr>
          <p:cNvPr id="3" name="Rectangle 2">
            <a:extLst>
              <a:ext uri="{FF2B5EF4-FFF2-40B4-BE49-F238E27FC236}">
                <a16:creationId xmlns:a16="http://schemas.microsoft.com/office/drawing/2014/main" id="{1404E92C-3435-3DA2-FBBA-0941EDE9DDAB}"/>
              </a:ext>
            </a:extLst>
          </p:cNvPr>
          <p:cNvSpPr/>
          <p:nvPr/>
        </p:nvSpPr>
        <p:spPr>
          <a:xfrm>
            <a:off x="858233" y="2242324"/>
            <a:ext cx="4559640" cy="3404149"/>
          </a:xfrm>
          <a:prstGeom prst="rect">
            <a:avLst/>
          </a:prstGeom>
          <a:solidFill>
            <a:schemeClr val="accent1">
              <a:lumMod val="20000"/>
              <a:lumOff val="8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100" b="1" dirty="0">
              <a:solidFill>
                <a:schemeClr val="tx1"/>
              </a:solidFill>
              <a:latin typeface="Segoe UI" panose="020B0502040204020203" pitchFamily="34" charset="0"/>
              <a:cs typeface="Segoe UI" panose="020B0502040204020203" pitchFamily="34" charset="0"/>
            </a:endParaRPr>
          </a:p>
        </p:txBody>
      </p:sp>
      <p:sp>
        <p:nvSpPr>
          <p:cNvPr id="5" name="Rectangle 4">
            <a:extLst>
              <a:ext uri="{FF2B5EF4-FFF2-40B4-BE49-F238E27FC236}">
                <a16:creationId xmlns:a16="http://schemas.microsoft.com/office/drawing/2014/main" id="{80C4AD3E-8EED-F11E-FAD4-9FD7C490EA21}"/>
              </a:ext>
            </a:extLst>
          </p:cNvPr>
          <p:cNvSpPr/>
          <p:nvPr/>
        </p:nvSpPr>
        <p:spPr>
          <a:xfrm>
            <a:off x="1213832" y="2959950"/>
            <a:ext cx="3670310" cy="463623"/>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latin typeface="Segoe UI" panose="020B0502040204020203" pitchFamily="34" charset="0"/>
                <a:cs typeface="Segoe UI" panose="020B0502040204020203" pitchFamily="34" charset="0"/>
              </a:rPr>
              <a:t>Méthodes </a:t>
            </a:r>
            <a:r>
              <a:rPr lang="fr-FR" sz="1200" dirty="0" err="1">
                <a:solidFill>
                  <a:schemeClr val="tx1"/>
                </a:solidFill>
                <a:latin typeface="Segoe UI" panose="020B0502040204020203" pitchFamily="34" charset="0"/>
                <a:cs typeface="Segoe UI" panose="020B0502040204020203" pitchFamily="34" charset="0"/>
              </a:rPr>
              <a:t>Opentext</a:t>
            </a:r>
            <a:endParaRPr lang="fr-FR" sz="1200" dirty="0">
              <a:solidFill>
                <a:schemeClr val="tx1"/>
              </a:solidFill>
              <a:latin typeface="Segoe UI" panose="020B0502040204020203" pitchFamily="34" charset="0"/>
              <a:cs typeface="Segoe UI" panose="020B0502040204020203" pitchFamily="34" charset="0"/>
            </a:endParaRPr>
          </a:p>
        </p:txBody>
      </p:sp>
      <p:sp>
        <p:nvSpPr>
          <p:cNvPr id="6" name="Rectangle 5">
            <a:extLst>
              <a:ext uri="{FF2B5EF4-FFF2-40B4-BE49-F238E27FC236}">
                <a16:creationId xmlns:a16="http://schemas.microsoft.com/office/drawing/2014/main" id="{12F8207E-758A-EDDD-91E3-696AF0C0FCFB}"/>
              </a:ext>
            </a:extLst>
          </p:cNvPr>
          <p:cNvSpPr/>
          <p:nvPr/>
        </p:nvSpPr>
        <p:spPr>
          <a:xfrm>
            <a:off x="1213832" y="3591850"/>
            <a:ext cx="3670310" cy="463623"/>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latin typeface="Segoe UI" panose="020B0502040204020203" pitchFamily="34" charset="0"/>
                <a:cs typeface="Segoe UI" panose="020B0502040204020203" pitchFamily="34" charset="0"/>
              </a:rPr>
              <a:t>Méthodes A2IA</a:t>
            </a:r>
          </a:p>
        </p:txBody>
      </p:sp>
      <p:sp>
        <p:nvSpPr>
          <p:cNvPr id="7" name="Rectangle 6">
            <a:extLst>
              <a:ext uri="{FF2B5EF4-FFF2-40B4-BE49-F238E27FC236}">
                <a16:creationId xmlns:a16="http://schemas.microsoft.com/office/drawing/2014/main" id="{3DD849D0-8F45-C4F5-F79C-A8EA0A887B00}"/>
              </a:ext>
            </a:extLst>
          </p:cNvPr>
          <p:cNvSpPr/>
          <p:nvPr/>
        </p:nvSpPr>
        <p:spPr>
          <a:xfrm>
            <a:off x="1195274" y="4206195"/>
            <a:ext cx="3670310" cy="463623"/>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latin typeface="Segoe UI" panose="020B0502040204020203" pitchFamily="34" charset="0"/>
                <a:cs typeface="Segoe UI" panose="020B0502040204020203" pitchFamily="34" charset="0"/>
              </a:rPr>
              <a:t>Méthodes ABBY</a:t>
            </a:r>
          </a:p>
        </p:txBody>
      </p:sp>
      <p:sp>
        <p:nvSpPr>
          <p:cNvPr id="8" name="Rectangle 7">
            <a:extLst>
              <a:ext uri="{FF2B5EF4-FFF2-40B4-BE49-F238E27FC236}">
                <a16:creationId xmlns:a16="http://schemas.microsoft.com/office/drawing/2014/main" id="{165156A1-72E8-0E49-3E24-AADB95B79DC6}"/>
              </a:ext>
            </a:extLst>
          </p:cNvPr>
          <p:cNvSpPr/>
          <p:nvPr/>
        </p:nvSpPr>
        <p:spPr>
          <a:xfrm>
            <a:off x="1195274" y="4845834"/>
            <a:ext cx="3670310" cy="463623"/>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latin typeface="Segoe UI" panose="020B0502040204020203" pitchFamily="34" charset="0"/>
                <a:cs typeface="Segoe UI" panose="020B0502040204020203" pitchFamily="34" charset="0"/>
              </a:rPr>
              <a:t>Méthodes Techniques</a:t>
            </a:r>
          </a:p>
        </p:txBody>
      </p:sp>
      <p:cxnSp>
        <p:nvCxnSpPr>
          <p:cNvPr id="10" name="Connecteur droit avec flèche 9">
            <a:extLst>
              <a:ext uri="{FF2B5EF4-FFF2-40B4-BE49-F238E27FC236}">
                <a16:creationId xmlns:a16="http://schemas.microsoft.com/office/drawing/2014/main" id="{BB235E8E-248D-CEDE-E1A2-65573A5EF7F6}"/>
              </a:ext>
            </a:extLst>
          </p:cNvPr>
          <p:cNvCxnSpPr>
            <a:cxnSpLocks/>
            <a:stCxn id="13" idx="2"/>
            <a:endCxn id="3" idx="0"/>
          </p:cNvCxnSpPr>
          <p:nvPr/>
        </p:nvCxnSpPr>
        <p:spPr>
          <a:xfrm>
            <a:off x="3138053" y="1612368"/>
            <a:ext cx="0" cy="629956"/>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necteur : en angle 15">
            <a:extLst>
              <a:ext uri="{FF2B5EF4-FFF2-40B4-BE49-F238E27FC236}">
                <a16:creationId xmlns:a16="http://schemas.microsoft.com/office/drawing/2014/main" id="{12067872-FFDA-DF35-6960-F46E0DE3CE6C}"/>
              </a:ext>
            </a:extLst>
          </p:cNvPr>
          <p:cNvCxnSpPr>
            <a:stCxn id="13" idx="1"/>
            <a:endCxn id="5" idx="1"/>
          </p:cNvCxnSpPr>
          <p:nvPr/>
        </p:nvCxnSpPr>
        <p:spPr>
          <a:xfrm rot="10800000" flipH="1" flipV="1">
            <a:off x="858232" y="1380556"/>
            <a:ext cx="355599" cy="1811205"/>
          </a:xfrm>
          <a:prstGeom prst="bentConnector3">
            <a:avLst>
              <a:gd name="adj1" fmla="val -64286"/>
            </a:avLst>
          </a:prstGeom>
          <a:ln>
            <a:solidFill>
              <a:srgbClr val="00206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 name="Connecteur : en angle 19">
            <a:extLst>
              <a:ext uri="{FF2B5EF4-FFF2-40B4-BE49-F238E27FC236}">
                <a16:creationId xmlns:a16="http://schemas.microsoft.com/office/drawing/2014/main" id="{2E5F2E8D-53D0-9938-AAED-66EFFED74EB9}"/>
              </a:ext>
            </a:extLst>
          </p:cNvPr>
          <p:cNvCxnSpPr>
            <a:stCxn id="13" idx="3"/>
            <a:endCxn id="6" idx="3"/>
          </p:cNvCxnSpPr>
          <p:nvPr/>
        </p:nvCxnSpPr>
        <p:spPr>
          <a:xfrm flipH="1">
            <a:off x="4884142" y="1380557"/>
            <a:ext cx="533731" cy="2443105"/>
          </a:xfrm>
          <a:prstGeom prst="bentConnector3">
            <a:avLst>
              <a:gd name="adj1" fmla="val -42831"/>
            </a:avLst>
          </a:prstGeom>
          <a:ln>
            <a:solidFill>
              <a:srgbClr val="00206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2" name="Connecteur : en angle 21">
            <a:extLst>
              <a:ext uri="{FF2B5EF4-FFF2-40B4-BE49-F238E27FC236}">
                <a16:creationId xmlns:a16="http://schemas.microsoft.com/office/drawing/2014/main" id="{D05101B0-1A29-1037-7D6B-70C9CA16A540}"/>
              </a:ext>
            </a:extLst>
          </p:cNvPr>
          <p:cNvCxnSpPr>
            <a:stCxn id="13" idx="1"/>
            <a:endCxn id="7" idx="1"/>
          </p:cNvCxnSpPr>
          <p:nvPr/>
        </p:nvCxnSpPr>
        <p:spPr>
          <a:xfrm rot="10800000" flipH="1" flipV="1">
            <a:off x="858232" y="1380557"/>
            <a:ext cx="337041" cy="3057450"/>
          </a:xfrm>
          <a:prstGeom prst="bentConnector3">
            <a:avLst>
              <a:gd name="adj1" fmla="val -67826"/>
            </a:avLst>
          </a:prstGeom>
          <a:ln>
            <a:solidFill>
              <a:srgbClr val="00206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 name="Connecteur : en angle 24">
            <a:extLst>
              <a:ext uri="{FF2B5EF4-FFF2-40B4-BE49-F238E27FC236}">
                <a16:creationId xmlns:a16="http://schemas.microsoft.com/office/drawing/2014/main" id="{69928CDC-D244-1DF8-6A6A-E325AA720E89}"/>
              </a:ext>
            </a:extLst>
          </p:cNvPr>
          <p:cNvCxnSpPr>
            <a:stCxn id="13" idx="3"/>
            <a:endCxn id="8" idx="3"/>
          </p:cNvCxnSpPr>
          <p:nvPr/>
        </p:nvCxnSpPr>
        <p:spPr>
          <a:xfrm flipH="1">
            <a:off x="4865584" y="1380557"/>
            <a:ext cx="552289" cy="3697089"/>
          </a:xfrm>
          <a:prstGeom prst="bentConnector3">
            <a:avLst>
              <a:gd name="adj1" fmla="val -41391"/>
            </a:avLst>
          </a:prstGeom>
          <a:ln>
            <a:solidFill>
              <a:srgbClr val="00206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65E9C1F6-2A49-07FF-64B4-70F75CB84F1B}"/>
              </a:ext>
            </a:extLst>
          </p:cNvPr>
          <p:cNvSpPr/>
          <p:nvPr/>
        </p:nvSpPr>
        <p:spPr>
          <a:xfrm>
            <a:off x="1195273" y="2387759"/>
            <a:ext cx="3670310" cy="4636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tx1"/>
                </a:solidFill>
                <a:latin typeface="Segoe UI" panose="020B0502040204020203" pitchFamily="34" charset="0"/>
                <a:cs typeface="Segoe UI" panose="020B0502040204020203" pitchFamily="34" charset="0"/>
              </a:rPr>
              <a:t>DLL </a:t>
            </a:r>
            <a:r>
              <a:rPr lang="fr-FR" sz="1200" b="1" dirty="0" err="1">
                <a:solidFill>
                  <a:schemeClr val="tx1"/>
                </a:solidFill>
                <a:latin typeface="Segoe UI" panose="020B0502040204020203" pitchFamily="34" charset="0"/>
                <a:cs typeface="Segoe UI" panose="020B0502040204020203" pitchFamily="34" charset="0"/>
              </a:rPr>
              <a:t>SyoReader</a:t>
            </a:r>
            <a:endParaRPr lang="fr-FR" sz="1200" b="1" dirty="0">
              <a:solidFill>
                <a:schemeClr val="tx1"/>
              </a:solidFill>
              <a:latin typeface="Segoe UI" panose="020B0502040204020203" pitchFamily="34" charset="0"/>
              <a:cs typeface="Segoe UI" panose="020B0502040204020203" pitchFamily="34" charset="0"/>
            </a:endParaRPr>
          </a:p>
        </p:txBody>
      </p:sp>
      <p:sp>
        <p:nvSpPr>
          <p:cNvPr id="32" name="Rectangle 31">
            <a:extLst>
              <a:ext uri="{FF2B5EF4-FFF2-40B4-BE49-F238E27FC236}">
                <a16:creationId xmlns:a16="http://schemas.microsoft.com/office/drawing/2014/main" id="{D7C1F44D-827A-BA90-B1FD-1395E40248A6}"/>
              </a:ext>
            </a:extLst>
          </p:cNvPr>
          <p:cNvSpPr/>
          <p:nvPr/>
        </p:nvSpPr>
        <p:spPr>
          <a:xfrm>
            <a:off x="6774127" y="1148744"/>
            <a:ext cx="4559640" cy="463623"/>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latin typeface="Segoe UI" panose="020B0502040204020203" pitchFamily="34" charset="0"/>
                <a:cs typeface="Segoe UI" panose="020B0502040204020203" pitchFamily="34" charset="0"/>
              </a:rPr>
              <a:t>CW</a:t>
            </a:r>
          </a:p>
        </p:txBody>
      </p:sp>
      <p:sp>
        <p:nvSpPr>
          <p:cNvPr id="33" name="Rectangle 32">
            <a:extLst>
              <a:ext uri="{FF2B5EF4-FFF2-40B4-BE49-F238E27FC236}">
                <a16:creationId xmlns:a16="http://schemas.microsoft.com/office/drawing/2014/main" id="{00BBA43F-521B-DF5F-742E-FA48EB10C38A}"/>
              </a:ext>
            </a:extLst>
          </p:cNvPr>
          <p:cNvSpPr/>
          <p:nvPr/>
        </p:nvSpPr>
        <p:spPr>
          <a:xfrm>
            <a:off x="6774127" y="2242323"/>
            <a:ext cx="4559640" cy="3404149"/>
          </a:xfrm>
          <a:prstGeom prst="rect">
            <a:avLst/>
          </a:prstGeom>
          <a:solidFill>
            <a:schemeClr val="accent1">
              <a:lumMod val="20000"/>
              <a:lumOff val="8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100" b="1" dirty="0">
              <a:solidFill>
                <a:schemeClr val="tx1"/>
              </a:solidFill>
              <a:latin typeface="Segoe UI" panose="020B0502040204020203" pitchFamily="34" charset="0"/>
              <a:cs typeface="Segoe UI" panose="020B0502040204020203" pitchFamily="34" charset="0"/>
            </a:endParaRPr>
          </a:p>
        </p:txBody>
      </p:sp>
      <p:sp>
        <p:nvSpPr>
          <p:cNvPr id="34" name="Rectangle 33">
            <a:extLst>
              <a:ext uri="{FF2B5EF4-FFF2-40B4-BE49-F238E27FC236}">
                <a16:creationId xmlns:a16="http://schemas.microsoft.com/office/drawing/2014/main" id="{62B0A47F-FC6A-2B20-7D46-AB2C2D3DB5A7}"/>
              </a:ext>
            </a:extLst>
          </p:cNvPr>
          <p:cNvSpPr/>
          <p:nvPr/>
        </p:nvSpPr>
        <p:spPr>
          <a:xfrm>
            <a:off x="7129726" y="2959949"/>
            <a:ext cx="3670310" cy="463623"/>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latin typeface="Segoe UI" panose="020B0502040204020203" pitchFamily="34" charset="0"/>
                <a:cs typeface="Segoe UI" panose="020B0502040204020203" pitchFamily="34" charset="0"/>
              </a:rPr>
              <a:t>Méthode Classification</a:t>
            </a:r>
          </a:p>
        </p:txBody>
      </p:sp>
      <p:sp>
        <p:nvSpPr>
          <p:cNvPr id="35" name="Rectangle 34">
            <a:extLst>
              <a:ext uri="{FF2B5EF4-FFF2-40B4-BE49-F238E27FC236}">
                <a16:creationId xmlns:a16="http://schemas.microsoft.com/office/drawing/2014/main" id="{DA4EF122-B8ED-CFF9-8E64-40C4D738FD40}"/>
              </a:ext>
            </a:extLst>
          </p:cNvPr>
          <p:cNvSpPr/>
          <p:nvPr/>
        </p:nvSpPr>
        <p:spPr>
          <a:xfrm>
            <a:off x="7129726" y="3591849"/>
            <a:ext cx="3670310" cy="463623"/>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latin typeface="Segoe UI" panose="020B0502040204020203" pitchFamily="34" charset="0"/>
                <a:cs typeface="Segoe UI" panose="020B0502040204020203" pitchFamily="34" charset="0"/>
              </a:rPr>
              <a:t>Méthodes Extraction</a:t>
            </a:r>
          </a:p>
        </p:txBody>
      </p:sp>
      <p:sp>
        <p:nvSpPr>
          <p:cNvPr id="36" name="Rectangle 35">
            <a:extLst>
              <a:ext uri="{FF2B5EF4-FFF2-40B4-BE49-F238E27FC236}">
                <a16:creationId xmlns:a16="http://schemas.microsoft.com/office/drawing/2014/main" id="{023EB400-6EB6-FD30-D731-4CAA9F63A263}"/>
              </a:ext>
            </a:extLst>
          </p:cNvPr>
          <p:cNvSpPr/>
          <p:nvPr/>
        </p:nvSpPr>
        <p:spPr>
          <a:xfrm>
            <a:off x="7111168" y="4206194"/>
            <a:ext cx="3670310" cy="463623"/>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tx1"/>
                </a:solidFill>
                <a:latin typeface="Segoe UI" panose="020B0502040204020203" pitchFamily="34" charset="0"/>
                <a:cs typeface="Segoe UI" panose="020B0502040204020203" pitchFamily="34" charset="0"/>
              </a:rPr>
              <a:t>….</a:t>
            </a:r>
          </a:p>
        </p:txBody>
      </p:sp>
      <p:cxnSp>
        <p:nvCxnSpPr>
          <p:cNvPr id="38" name="Connecteur droit avec flèche 37">
            <a:extLst>
              <a:ext uri="{FF2B5EF4-FFF2-40B4-BE49-F238E27FC236}">
                <a16:creationId xmlns:a16="http://schemas.microsoft.com/office/drawing/2014/main" id="{2DB8A662-093A-A5E4-872A-314DFC9CAC2F}"/>
              </a:ext>
            </a:extLst>
          </p:cNvPr>
          <p:cNvCxnSpPr>
            <a:cxnSpLocks/>
            <a:stCxn id="32" idx="2"/>
            <a:endCxn id="33" idx="0"/>
          </p:cNvCxnSpPr>
          <p:nvPr/>
        </p:nvCxnSpPr>
        <p:spPr>
          <a:xfrm>
            <a:off x="9053947" y="1612367"/>
            <a:ext cx="0" cy="629956"/>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onnecteur : en angle 38">
            <a:extLst>
              <a:ext uri="{FF2B5EF4-FFF2-40B4-BE49-F238E27FC236}">
                <a16:creationId xmlns:a16="http://schemas.microsoft.com/office/drawing/2014/main" id="{C01B2F3A-6F6C-447B-C039-1D6E6B885C96}"/>
              </a:ext>
            </a:extLst>
          </p:cNvPr>
          <p:cNvCxnSpPr>
            <a:cxnSpLocks/>
            <a:stCxn id="32" idx="1"/>
            <a:endCxn id="34" idx="1"/>
          </p:cNvCxnSpPr>
          <p:nvPr/>
        </p:nvCxnSpPr>
        <p:spPr>
          <a:xfrm rot="10800000" flipH="1" flipV="1">
            <a:off x="6774126" y="1380555"/>
            <a:ext cx="355599" cy="1811205"/>
          </a:xfrm>
          <a:prstGeom prst="bentConnector3">
            <a:avLst>
              <a:gd name="adj1" fmla="val -64286"/>
            </a:avLst>
          </a:prstGeom>
          <a:ln>
            <a:solidFill>
              <a:srgbClr val="00206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0" name="Connecteur : en angle 39">
            <a:extLst>
              <a:ext uri="{FF2B5EF4-FFF2-40B4-BE49-F238E27FC236}">
                <a16:creationId xmlns:a16="http://schemas.microsoft.com/office/drawing/2014/main" id="{BCA065C6-C6C0-1350-308F-0AFCFDF34250}"/>
              </a:ext>
            </a:extLst>
          </p:cNvPr>
          <p:cNvCxnSpPr>
            <a:stCxn id="32" idx="3"/>
            <a:endCxn id="35" idx="3"/>
          </p:cNvCxnSpPr>
          <p:nvPr/>
        </p:nvCxnSpPr>
        <p:spPr>
          <a:xfrm flipH="1">
            <a:off x="10800036" y="1380556"/>
            <a:ext cx="533731" cy="2443105"/>
          </a:xfrm>
          <a:prstGeom prst="bentConnector3">
            <a:avLst>
              <a:gd name="adj1" fmla="val -42831"/>
            </a:avLst>
          </a:prstGeom>
          <a:ln>
            <a:solidFill>
              <a:srgbClr val="00206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2" name="Connecteur : en angle 41">
            <a:extLst>
              <a:ext uri="{FF2B5EF4-FFF2-40B4-BE49-F238E27FC236}">
                <a16:creationId xmlns:a16="http://schemas.microsoft.com/office/drawing/2014/main" id="{E498EA6B-4199-7D6A-9866-66C4298F512A}"/>
              </a:ext>
            </a:extLst>
          </p:cNvPr>
          <p:cNvCxnSpPr>
            <a:cxnSpLocks/>
            <a:stCxn id="32" idx="3"/>
          </p:cNvCxnSpPr>
          <p:nvPr/>
        </p:nvCxnSpPr>
        <p:spPr>
          <a:xfrm flipH="1">
            <a:off x="10781478" y="1380556"/>
            <a:ext cx="552289" cy="3697089"/>
          </a:xfrm>
          <a:prstGeom prst="bentConnector3">
            <a:avLst>
              <a:gd name="adj1" fmla="val -41391"/>
            </a:avLst>
          </a:prstGeom>
          <a:ln>
            <a:solidFill>
              <a:srgbClr val="00206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3E7340ED-4949-E384-1B99-7C21F74DD2A5}"/>
              </a:ext>
            </a:extLst>
          </p:cNvPr>
          <p:cNvSpPr/>
          <p:nvPr/>
        </p:nvSpPr>
        <p:spPr>
          <a:xfrm>
            <a:off x="7111167" y="2387758"/>
            <a:ext cx="3670310" cy="4636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tx1"/>
                </a:solidFill>
                <a:latin typeface="Segoe UI" panose="020B0502040204020203" pitchFamily="34" charset="0"/>
                <a:cs typeface="Segoe UI" panose="020B0502040204020203" pitchFamily="34" charset="0"/>
              </a:rPr>
              <a:t>DLL </a:t>
            </a:r>
            <a:r>
              <a:rPr lang="fr-FR" sz="1200" b="1" dirty="0" err="1">
                <a:solidFill>
                  <a:schemeClr val="tx1"/>
                </a:solidFill>
                <a:latin typeface="Segoe UI" panose="020B0502040204020203" pitchFamily="34" charset="0"/>
                <a:cs typeface="Segoe UI" panose="020B0502040204020203" pitchFamily="34" charset="0"/>
              </a:rPr>
              <a:t>SyoReader</a:t>
            </a:r>
            <a:endParaRPr lang="fr-FR" sz="1200" b="1" dirty="0">
              <a:solidFill>
                <a:schemeClr val="tx1"/>
              </a:solidFill>
              <a:latin typeface="Segoe UI" panose="020B0502040204020203" pitchFamily="34" charset="0"/>
              <a:cs typeface="Segoe UI" panose="020B0502040204020203" pitchFamily="34" charset="0"/>
            </a:endParaRPr>
          </a:p>
        </p:txBody>
      </p:sp>
      <p:sp>
        <p:nvSpPr>
          <p:cNvPr id="47" name="Rectangle 46">
            <a:extLst>
              <a:ext uri="{FF2B5EF4-FFF2-40B4-BE49-F238E27FC236}">
                <a16:creationId xmlns:a16="http://schemas.microsoft.com/office/drawing/2014/main" id="{4A8C3AB9-000D-F996-5EAB-829A6C98CD6A}"/>
              </a:ext>
            </a:extLst>
          </p:cNvPr>
          <p:cNvSpPr/>
          <p:nvPr/>
        </p:nvSpPr>
        <p:spPr>
          <a:xfrm>
            <a:off x="858230" y="5783968"/>
            <a:ext cx="4559639" cy="4636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i="1" dirty="0">
                <a:solidFill>
                  <a:schemeClr val="tx1"/>
                </a:solidFill>
                <a:latin typeface="Segoe UI" panose="020B0502040204020203" pitchFamily="34" charset="0"/>
                <a:cs typeface="Segoe UI" panose="020B0502040204020203" pitchFamily="34" charset="0"/>
              </a:rPr>
              <a:t>Schéma actuel</a:t>
            </a:r>
          </a:p>
        </p:txBody>
      </p:sp>
      <p:sp>
        <p:nvSpPr>
          <p:cNvPr id="48" name="Rectangle 47">
            <a:extLst>
              <a:ext uri="{FF2B5EF4-FFF2-40B4-BE49-F238E27FC236}">
                <a16:creationId xmlns:a16="http://schemas.microsoft.com/office/drawing/2014/main" id="{6196B164-DC6A-DF58-D975-7E5181858526}"/>
              </a:ext>
            </a:extLst>
          </p:cNvPr>
          <p:cNvSpPr/>
          <p:nvPr/>
        </p:nvSpPr>
        <p:spPr>
          <a:xfrm>
            <a:off x="6774128" y="5783967"/>
            <a:ext cx="4559639" cy="4636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i="1" dirty="0">
                <a:solidFill>
                  <a:schemeClr val="tx1"/>
                </a:solidFill>
                <a:latin typeface="Segoe UI" panose="020B0502040204020203" pitchFamily="34" charset="0"/>
                <a:cs typeface="Segoe UI" panose="020B0502040204020203" pitchFamily="34" charset="0"/>
              </a:rPr>
              <a:t>Schéma cible</a:t>
            </a:r>
          </a:p>
        </p:txBody>
      </p:sp>
    </p:spTree>
    <p:extLst>
      <p:ext uri="{BB962C8B-B14F-4D97-AF65-F5344CB8AC3E}">
        <p14:creationId xmlns:p14="http://schemas.microsoft.com/office/powerpoint/2010/main" val="22695253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8AA056-1B7D-42E3-BE81-CB321E0AF976}"/>
              </a:ext>
            </a:extLst>
          </p:cNvPr>
          <p:cNvSpPr>
            <a:spLocks noGrp="1"/>
          </p:cNvSpPr>
          <p:nvPr>
            <p:ph type="title"/>
          </p:nvPr>
        </p:nvSpPr>
        <p:spPr/>
        <p:txBody>
          <a:bodyPr>
            <a:normAutofit fontScale="90000"/>
          </a:bodyPr>
          <a:lstStyle/>
          <a:p>
            <a:r>
              <a:rPr lang="fr-FR" sz="3200" b="1" cap="small" dirty="0">
                <a:latin typeface="Segoe UI" panose="020B0502040204020203" pitchFamily="34" charset="0"/>
                <a:cs typeface="Segoe UI" panose="020B0502040204020203" pitchFamily="34" charset="0"/>
              </a:rPr>
              <a:t>Refonte technique </a:t>
            </a:r>
            <a:r>
              <a:rPr lang="fr-FR" sz="3200" b="1" cap="small" dirty="0" err="1">
                <a:latin typeface="Segoe UI" panose="020B0502040204020203" pitchFamily="34" charset="0"/>
                <a:cs typeface="Segoe UI" panose="020B0502040204020203" pitchFamily="34" charset="0"/>
              </a:rPr>
              <a:t>SyoReader</a:t>
            </a:r>
            <a:r>
              <a:rPr lang="fr-FR" sz="3200" b="1" cap="small" dirty="0">
                <a:latin typeface="Segoe UI" panose="020B0502040204020203" pitchFamily="34" charset="0"/>
                <a:cs typeface="Segoe UI" panose="020B0502040204020203" pitchFamily="34" charset="0"/>
              </a:rPr>
              <a:t> et impacts sur les </a:t>
            </a:r>
            <a:r>
              <a:rPr lang="fr-FR" sz="3200" b="1" cap="small" dirty="0" err="1">
                <a:latin typeface="Segoe UI" panose="020B0502040204020203" pitchFamily="34" charset="0"/>
                <a:cs typeface="Segoe UI" panose="020B0502040204020203" pitchFamily="34" charset="0"/>
              </a:rPr>
              <a:t>CWs</a:t>
            </a:r>
            <a:endParaRPr lang="fr-FR" dirty="0"/>
          </a:p>
        </p:txBody>
      </p:sp>
      <p:sp>
        <p:nvSpPr>
          <p:cNvPr id="13" name="Rectangle 12">
            <a:extLst>
              <a:ext uri="{FF2B5EF4-FFF2-40B4-BE49-F238E27FC236}">
                <a16:creationId xmlns:a16="http://schemas.microsoft.com/office/drawing/2014/main" id="{A4BD1FBC-2EE3-DCA5-BA94-7EB46583599F}"/>
              </a:ext>
            </a:extLst>
          </p:cNvPr>
          <p:cNvSpPr/>
          <p:nvPr/>
        </p:nvSpPr>
        <p:spPr>
          <a:xfrm>
            <a:off x="836378" y="1896526"/>
            <a:ext cx="1570938" cy="463623"/>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latin typeface="Segoe UI" panose="020B0502040204020203" pitchFamily="34" charset="0"/>
                <a:cs typeface="Segoe UI" panose="020B0502040204020203" pitchFamily="34" charset="0"/>
              </a:rPr>
              <a:t>CW</a:t>
            </a:r>
          </a:p>
        </p:txBody>
      </p:sp>
      <p:sp>
        <p:nvSpPr>
          <p:cNvPr id="4" name="Rectangle 3">
            <a:extLst>
              <a:ext uri="{FF2B5EF4-FFF2-40B4-BE49-F238E27FC236}">
                <a16:creationId xmlns:a16="http://schemas.microsoft.com/office/drawing/2014/main" id="{EE304E09-64C0-64C2-7456-92C0260E7636}"/>
              </a:ext>
            </a:extLst>
          </p:cNvPr>
          <p:cNvSpPr/>
          <p:nvPr/>
        </p:nvSpPr>
        <p:spPr>
          <a:xfrm>
            <a:off x="3005119" y="1896525"/>
            <a:ext cx="1570938" cy="46362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err="1">
                <a:solidFill>
                  <a:schemeClr val="bg1"/>
                </a:solidFill>
                <a:latin typeface="Segoe UI" panose="020B0502040204020203" pitchFamily="34" charset="0"/>
                <a:cs typeface="Segoe UI" panose="020B0502040204020203" pitchFamily="34" charset="0"/>
              </a:rPr>
              <a:t>SyoReader</a:t>
            </a:r>
            <a:endParaRPr lang="fr-FR" sz="1200" b="1" dirty="0">
              <a:solidFill>
                <a:schemeClr val="bg1"/>
              </a:solidFill>
              <a:latin typeface="Segoe UI" panose="020B0502040204020203" pitchFamily="34" charset="0"/>
              <a:cs typeface="Segoe UI" panose="020B0502040204020203" pitchFamily="34" charset="0"/>
            </a:endParaRPr>
          </a:p>
        </p:txBody>
      </p:sp>
      <p:cxnSp>
        <p:nvCxnSpPr>
          <p:cNvPr id="11" name="Connecteur droit avec flèche 10">
            <a:extLst>
              <a:ext uri="{FF2B5EF4-FFF2-40B4-BE49-F238E27FC236}">
                <a16:creationId xmlns:a16="http://schemas.microsoft.com/office/drawing/2014/main" id="{F70924F6-0356-A482-386B-1E1A7AB29813}"/>
              </a:ext>
            </a:extLst>
          </p:cNvPr>
          <p:cNvCxnSpPr>
            <a:cxnSpLocks/>
            <a:stCxn id="13" idx="3"/>
            <a:endCxn id="4" idx="1"/>
          </p:cNvCxnSpPr>
          <p:nvPr/>
        </p:nvCxnSpPr>
        <p:spPr>
          <a:xfrm flipV="1">
            <a:off x="2407316" y="2128337"/>
            <a:ext cx="597803" cy="1"/>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6F20A02A-30E6-557C-F649-89F3241B8396}"/>
              </a:ext>
            </a:extLst>
          </p:cNvPr>
          <p:cNvSpPr/>
          <p:nvPr/>
        </p:nvSpPr>
        <p:spPr>
          <a:xfrm>
            <a:off x="852652" y="1405975"/>
            <a:ext cx="3739681" cy="4636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i="1" dirty="0">
                <a:solidFill>
                  <a:schemeClr val="tx1"/>
                </a:solidFill>
                <a:latin typeface="Segoe UI" panose="020B0502040204020203" pitchFamily="34" charset="0"/>
                <a:cs typeface="Segoe UI" panose="020B0502040204020203" pitchFamily="34" charset="0"/>
              </a:rPr>
              <a:t>CW historique</a:t>
            </a:r>
          </a:p>
        </p:txBody>
      </p:sp>
      <p:sp>
        <p:nvSpPr>
          <p:cNvPr id="52" name="Rectangle 51">
            <a:extLst>
              <a:ext uri="{FF2B5EF4-FFF2-40B4-BE49-F238E27FC236}">
                <a16:creationId xmlns:a16="http://schemas.microsoft.com/office/drawing/2014/main" id="{1BD51353-02CE-5464-1D61-7C9AD98FC180}"/>
              </a:ext>
            </a:extLst>
          </p:cNvPr>
          <p:cNvSpPr/>
          <p:nvPr/>
        </p:nvSpPr>
        <p:spPr>
          <a:xfrm>
            <a:off x="836377" y="3062315"/>
            <a:ext cx="1570938" cy="463623"/>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latin typeface="Segoe UI" panose="020B0502040204020203" pitchFamily="34" charset="0"/>
                <a:cs typeface="Segoe UI" panose="020B0502040204020203" pitchFamily="34" charset="0"/>
              </a:rPr>
              <a:t>CW</a:t>
            </a:r>
          </a:p>
        </p:txBody>
      </p:sp>
      <p:sp>
        <p:nvSpPr>
          <p:cNvPr id="53" name="Rectangle 52">
            <a:extLst>
              <a:ext uri="{FF2B5EF4-FFF2-40B4-BE49-F238E27FC236}">
                <a16:creationId xmlns:a16="http://schemas.microsoft.com/office/drawing/2014/main" id="{A9198C8E-045B-936D-F34A-003F920D982F}"/>
              </a:ext>
            </a:extLst>
          </p:cNvPr>
          <p:cNvSpPr/>
          <p:nvPr/>
        </p:nvSpPr>
        <p:spPr>
          <a:xfrm>
            <a:off x="3005118" y="3062314"/>
            <a:ext cx="1570938" cy="463623"/>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err="1">
                <a:solidFill>
                  <a:schemeClr val="bg1"/>
                </a:solidFill>
                <a:latin typeface="Segoe UI" panose="020B0502040204020203" pitchFamily="34" charset="0"/>
                <a:cs typeface="Segoe UI" panose="020B0502040204020203" pitchFamily="34" charset="0"/>
              </a:rPr>
              <a:t>Ocrus</a:t>
            </a:r>
            <a:endParaRPr lang="fr-FR" sz="1200" b="1" dirty="0">
              <a:solidFill>
                <a:schemeClr val="bg1"/>
              </a:solidFill>
              <a:latin typeface="Segoe UI" panose="020B0502040204020203" pitchFamily="34" charset="0"/>
              <a:cs typeface="Segoe UI" panose="020B0502040204020203" pitchFamily="34" charset="0"/>
            </a:endParaRPr>
          </a:p>
        </p:txBody>
      </p:sp>
      <p:cxnSp>
        <p:nvCxnSpPr>
          <p:cNvPr id="54" name="Connecteur droit avec flèche 53">
            <a:extLst>
              <a:ext uri="{FF2B5EF4-FFF2-40B4-BE49-F238E27FC236}">
                <a16:creationId xmlns:a16="http://schemas.microsoft.com/office/drawing/2014/main" id="{E23103D1-1AF2-7C54-287F-CE8481C88E5D}"/>
              </a:ext>
            </a:extLst>
          </p:cNvPr>
          <p:cNvCxnSpPr>
            <a:cxnSpLocks/>
            <a:stCxn id="52" idx="3"/>
            <a:endCxn id="53" idx="1"/>
          </p:cNvCxnSpPr>
          <p:nvPr/>
        </p:nvCxnSpPr>
        <p:spPr>
          <a:xfrm flipV="1">
            <a:off x="2407315" y="3294126"/>
            <a:ext cx="597803" cy="1"/>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C1D47CE2-30AB-F12E-89E0-F6699D51AB9E}"/>
              </a:ext>
            </a:extLst>
          </p:cNvPr>
          <p:cNvSpPr/>
          <p:nvPr/>
        </p:nvSpPr>
        <p:spPr>
          <a:xfrm>
            <a:off x="852651" y="2571764"/>
            <a:ext cx="5876276" cy="4636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i="1" dirty="0">
                <a:solidFill>
                  <a:schemeClr val="tx1"/>
                </a:solidFill>
                <a:latin typeface="Segoe UI" panose="020B0502040204020203" pitchFamily="34" charset="0"/>
                <a:cs typeface="Segoe UI" panose="020B0502040204020203" pitchFamily="34" charset="0"/>
              </a:rPr>
              <a:t>CW </a:t>
            </a:r>
            <a:r>
              <a:rPr lang="fr-FR" sz="1200" b="1" i="1" dirty="0" err="1">
                <a:solidFill>
                  <a:schemeClr val="tx1"/>
                </a:solidFill>
                <a:latin typeface="Segoe UI" panose="020B0502040204020203" pitchFamily="34" charset="0"/>
                <a:cs typeface="Segoe UI" panose="020B0502040204020203" pitchFamily="34" charset="0"/>
              </a:rPr>
              <a:t>Ocrus</a:t>
            </a:r>
            <a:r>
              <a:rPr lang="fr-FR" sz="1200" b="1" i="1" dirty="0">
                <a:solidFill>
                  <a:schemeClr val="tx1"/>
                </a:solidFill>
                <a:latin typeface="Segoe UI" panose="020B0502040204020203" pitchFamily="34" charset="0"/>
                <a:cs typeface="Segoe UI" panose="020B0502040204020203" pitchFamily="34" charset="0"/>
              </a:rPr>
              <a:t> </a:t>
            </a:r>
          </a:p>
        </p:txBody>
      </p:sp>
      <p:sp>
        <p:nvSpPr>
          <p:cNvPr id="56" name="Rectangle 55">
            <a:extLst>
              <a:ext uri="{FF2B5EF4-FFF2-40B4-BE49-F238E27FC236}">
                <a16:creationId xmlns:a16="http://schemas.microsoft.com/office/drawing/2014/main" id="{64F7A6E7-3E38-DDB0-35EF-B18816F0956F}"/>
              </a:ext>
            </a:extLst>
          </p:cNvPr>
          <p:cNvSpPr/>
          <p:nvPr/>
        </p:nvSpPr>
        <p:spPr>
          <a:xfrm>
            <a:off x="5157989" y="3064742"/>
            <a:ext cx="1570938" cy="46362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err="1">
                <a:solidFill>
                  <a:schemeClr val="bg1"/>
                </a:solidFill>
                <a:latin typeface="Segoe UI" panose="020B0502040204020203" pitchFamily="34" charset="0"/>
                <a:cs typeface="Segoe UI" panose="020B0502040204020203" pitchFamily="34" charset="0"/>
              </a:rPr>
              <a:t>SyoReader</a:t>
            </a:r>
            <a:endParaRPr lang="fr-FR" sz="1200" b="1" dirty="0">
              <a:solidFill>
                <a:schemeClr val="bg1"/>
              </a:solidFill>
              <a:latin typeface="Segoe UI" panose="020B0502040204020203" pitchFamily="34" charset="0"/>
              <a:cs typeface="Segoe UI" panose="020B0502040204020203" pitchFamily="34" charset="0"/>
            </a:endParaRPr>
          </a:p>
        </p:txBody>
      </p:sp>
      <p:cxnSp>
        <p:nvCxnSpPr>
          <p:cNvPr id="57" name="Connecteur droit avec flèche 56">
            <a:extLst>
              <a:ext uri="{FF2B5EF4-FFF2-40B4-BE49-F238E27FC236}">
                <a16:creationId xmlns:a16="http://schemas.microsoft.com/office/drawing/2014/main" id="{744A1484-812A-8C6B-34C7-12C44C431172}"/>
              </a:ext>
            </a:extLst>
          </p:cNvPr>
          <p:cNvCxnSpPr>
            <a:cxnSpLocks/>
            <a:endCxn id="56" idx="1"/>
          </p:cNvCxnSpPr>
          <p:nvPr/>
        </p:nvCxnSpPr>
        <p:spPr>
          <a:xfrm flipV="1">
            <a:off x="4560186" y="3296554"/>
            <a:ext cx="597803" cy="1"/>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8309BFBF-A87F-2387-6221-869AAE74E9A6}"/>
              </a:ext>
            </a:extLst>
          </p:cNvPr>
          <p:cNvSpPr/>
          <p:nvPr/>
        </p:nvSpPr>
        <p:spPr>
          <a:xfrm>
            <a:off x="852651" y="4985975"/>
            <a:ext cx="1570938" cy="463623"/>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latin typeface="Segoe UI" panose="020B0502040204020203" pitchFamily="34" charset="0"/>
                <a:cs typeface="Segoe UI" panose="020B0502040204020203" pitchFamily="34" charset="0"/>
              </a:rPr>
              <a:t>CW</a:t>
            </a:r>
          </a:p>
        </p:txBody>
      </p:sp>
      <p:sp>
        <p:nvSpPr>
          <p:cNvPr id="59" name="Rectangle 58">
            <a:extLst>
              <a:ext uri="{FF2B5EF4-FFF2-40B4-BE49-F238E27FC236}">
                <a16:creationId xmlns:a16="http://schemas.microsoft.com/office/drawing/2014/main" id="{18E68573-54AB-5A49-E4A3-7B51E8D4061F}"/>
              </a:ext>
            </a:extLst>
          </p:cNvPr>
          <p:cNvSpPr/>
          <p:nvPr/>
        </p:nvSpPr>
        <p:spPr>
          <a:xfrm>
            <a:off x="3021392" y="4985974"/>
            <a:ext cx="1570938" cy="463623"/>
          </a:xfrm>
          <a:prstGeom prst="rect">
            <a:avLst/>
          </a:prstGeom>
          <a:solidFill>
            <a:srgbClr val="003A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err="1">
                <a:solidFill>
                  <a:schemeClr val="bg1"/>
                </a:solidFill>
                <a:latin typeface="Segoe UI" panose="020B0502040204020203" pitchFamily="34" charset="0"/>
                <a:cs typeface="Segoe UI" panose="020B0502040204020203" pitchFamily="34" charset="0"/>
              </a:rPr>
              <a:t>Ocrus</a:t>
            </a:r>
            <a:endParaRPr lang="fr-FR" sz="1200" b="1" dirty="0">
              <a:solidFill>
                <a:schemeClr val="bg1"/>
              </a:solidFill>
              <a:latin typeface="Segoe UI" panose="020B0502040204020203" pitchFamily="34" charset="0"/>
              <a:cs typeface="Segoe UI" panose="020B0502040204020203" pitchFamily="34" charset="0"/>
            </a:endParaRPr>
          </a:p>
        </p:txBody>
      </p:sp>
      <p:cxnSp>
        <p:nvCxnSpPr>
          <p:cNvPr id="60" name="Connecteur droit avec flèche 59">
            <a:extLst>
              <a:ext uri="{FF2B5EF4-FFF2-40B4-BE49-F238E27FC236}">
                <a16:creationId xmlns:a16="http://schemas.microsoft.com/office/drawing/2014/main" id="{32AE4AD7-374E-0567-3575-43612BD5E3D4}"/>
              </a:ext>
            </a:extLst>
          </p:cNvPr>
          <p:cNvCxnSpPr>
            <a:cxnSpLocks/>
            <a:stCxn id="58" idx="3"/>
            <a:endCxn id="59" idx="1"/>
          </p:cNvCxnSpPr>
          <p:nvPr/>
        </p:nvCxnSpPr>
        <p:spPr>
          <a:xfrm flipV="1">
            <a:off x="2423589" y="5217786"/>
            <a:ext cx="597803" cy="1"/>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4118E8B3-E556-AE96-ED1A-60BACD080520}"/>
              </a:ext>
            </a:extLst>
          </p:cNvPr>
          <p:cNvSpPr/>
          <p:nvPr/>
        </p:nvSpPr>
        <p:spPr>
          <a:xfrm>
            <a:off x="868925" y="4495424"/>
            <a:ext cx="5876276" cy="4636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i="1" dirty="0">
                <a:solidFill>
                  <a:schemeClr val="tx1"/>
                </a:solidFill>
                <a:latin typeface="Segoe UI" panose="020B0502040204020203" pitchFamily="34" charset="0"/>
                <a:cs typeface="Segoe UI" panose="020B0502040204020203" pitchFamily="34" charset="0"/>
              </a:rPr>
              <a:t>CW </a:t>
            </a:r>
            <a:r>
              <a:rPr lang="fr-FR" sz="1200" b="1" i="1" dirty="0" err="1">
                <a:solidFill>
                  <a:schemeClr val="tx1"/>
                </a:solidFill>
                <a:latin typeface="Segoe UI" panose="020B0502040204020203" pitchFamily="34" charset="0"/>
                <a:cs typeface="Segoe UI" panose="020B0502040204020203" pitchFamily="34" charset="0"/>
              </a:rPr>
              <a:t>Ocrus</a:t>
            </a:r>
            <a:r>
              <a:rPr lang="fr-FR" sz="1200" b="1" i="1" dirty="0">
                <a:solidFill>
                  <a:schemeClr val="tx1"/>
                </a:solidFill>
                <a:latin typeface="Segoe UI" panose="020B0502040204020203" pitchFamily="34" charset="0"/>
                <a:cs typeface="Segoe UI" panose="020B0502040204020203" pitchFamily="34" charset="0"/>
              </a:rPr>
              <a:t> </a:t>
            </a:r>
          </a:p>
        </p:txBody>
      </p:sp>
      <p:sp>
        <p:nvSpPr>
          <p:cNvPr id="62" name="Rectangle 61">
            <a:extLst>
              <a:ext uri="{FF2B5EF4-FFF2-40B4-BE49-F238E27FC236}">
                <a16:creationId xmlns:a16="http://schemas.microsoft.com/office/drawing/2014/main" id="{1F534461-5309-8652-A10A-B9AF1D41D6B9}"/>
              </a:ext>
            </a:extLst>
          </p:cNvPr>
          <p:cNvSpPr/>
          <p:nvPr/>
        </p:nvSpPr>
        <p:spPr>
          <a:xfrm>
            <a:off x="5174263" y="4988402"/>
            <a:ext cx="1570938" cy="463623"/>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latin typeface="Segoe UI" panose="020B0502040204020203" pitchFamily="34" charset="0"/>
                <a:cs typeface="Segoe UI" panose="020B0502040204020203" pitchFamily="34" charset="0"/>
              </a:rPr>
              <a:t>CADI</a:t>
            </a:r>
          </a:p>
        </p:txBody>
      </p:sp>
      <p:cxnSp>
        <p:nvCxnSpPr>
          <p:cNvPr id="63" name="Connecteur droit avec flèche 62">
            <a:extLst>
              <a:ext uri="{FF2B5EF4-FFF2-40B4-BE49-F238E27FC236}">
                <a16:creationId xmlns:a16="http://schemas.microsoft.com/office/drawing/2014/main" id="{A96A8692-E522-2309-2035-2850FB19E40A}"/>
              </a:ext>
            </a:extLst>
          </p:cNvPr>
          <p:cNvCxnSpPr>
            <a:cxnSpLocks/>
            <a:endCxn id="62" idx="1"/>
          </p:cNvCxnSpPr>
          <p:nvPr/>
        </p:nvCxnSpPr>
        <p:spPr>
          <a:xfrm flipV="1">
            <a:off x="4576460" y="5220214"/>
            <a:ext cx="597803" cy="1"/>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64" name="Rectangle S3 Header">
            <a:extLst>
              <a:ext uri="{FF2B5EF4-FFF2-40B4-BE49-F238E27FC236}">
                <a16:creationId xmlns:a16="http://schemas.microsoft.com/office/drawing/2014/main" id="{3CE25414-3CD7-1F35-0D9A-CAF5342D72C8}"/>
              </a:ext>
            </a:extLst>
          </p:cNvPr>
          <p:cNvSpPr/>
          <p:nvPr/>
        </p:nvSpPr>
        <p:spPr>
          <a:xfrm>
            <a:off x="7864458" y="1610378"/>
            <a:ext cx="3728357" cy="560000"/>
          </a:xfrm>
          <a:prstGeom prst="rect">
            <a:avLst/>
          </a:prstGeom>
          <a:solidFill>
            <a:srgbClr val="00206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r>
              <a:rPr lang="fr-FR" sz="900" b="1" dirty="0">
                <a:solidFill>
                  <a:schemeClr val="bg1"/>
                </a:solidFill>
                <a:latin typeface="Segoe UI" panose="020B0502040204020203" pitchFamily="34" charset="0"/>
                <a:cs typeface="Segoe UI" panose="020B0502040204020203" pitchFamily="34" charset="0"/>
              </a:rPr>
              <a:t>Scénario 2 : Indicateur de confiance statistique</a:t>
            </a:r>
          </a:p>
        </p:txBody>
      </p:sp>
      <p:sp>
        <p:nvSpPr>
          <p:cNvPr id="65" name="Rectangle S3 Body">
            <a:extLst>
              <a:ext uri="{FF2B5EF4-FFF2-40B4-BE49-F238E27FC236}">
                <a16:creationId xmlns:a16="http://schemas.microsoft.com/office/drawing/2014/main" id="{81628CF6-B79B-BFB1-45F0-D6F6F2B5B730}"/>
              </a:ext>
            </a:extLst>
          </p:cNvPr>
          <p:cNvSpPr/>
          <p:nvPr/>
        </p:nvSpPr>
        <p:spPr>
          <a:xfrm>
            <a:off x="7864458" y="2252314"/>
            <a:ext cx="3728357" cy="1620000"/>
          </a:xfrm>
          <a:prstGeom prst="rect">
            <a:avLst/>
          </a:prstGeom>
          <a:noFill/>
          <a:ln>
            <a:solidFill>
              <a:srgbClr val="003A8D"/>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R="0" lvl="0" algn="l" defTabSz="914400" rtl="0" eaLnBrk="0" fontAlgn="base" latinLnBrk="0" hangingPunct="0">
              <a:lnSpc>
                <a:spcPct val="100000"/>
              </a:lnSpc>
              <a:spcBef>
                <a:spcPct val="0"/>
              </a:spcBef>
              <a:spcAft>
                <a:spcPct val="0"/>
              </a:spcAft>
            </a:pPr>
            <a:r>
              <a:rPr lang="fr-FR" sz="900" dirty="0">
                <a:solidFill>
                  <a:schemeClr val="tx1"/>
                </a:solidFill>
                <a:latin typeface="Segoe UI" panose="020B0502040204020203" pitchFamily="34" charset="0"/>
                <a:cs typeface="Segoe UI" panose="020B0502040204020203" pitchFamily="34" charset="0"/>
              </a:rPr>
              <a:t>Saisie par les opérateurs sans indicateur de confiance, puis comparaison a posteriori des résultats.</a:t>
            </a:r>
          </a:p>
          <a:p>
            <a:pPr marL="0" marR="0" lvl="0" indent="0" algn="l" defTabSz="914400" rtl="0" eaLnBrk="0" fontAlgn="base" latinLnBrk="0" hangingPunct="0">
              <a:lnSpc>
                <a:spcPct val="100000"/>
              </a:lnSpc>
              <a:spcBef>
                <a:spcPts val="400"/>
              </a:spcBef>
              <a:spcAft>
                <a:spcPct val="0"/>
              </a:spcAft>
              <a:buNone/>
            </a:pPr>
            <a:r>
              <a:rPr lang="fr-FR" sz="900" b="1" dirty="0">
                <a:solidFill>
                  <a:schemeClr val="tx1"/>
                </a:solidFill>
                <a:latin typeface="Segoe UI" panose="020B0502040204020203" pitchFamily="34" charset="0"/>
                <a:cs typeface="Segoe UI" panose="020B0502040204020203" pitchFamily="34" charset="0"/>
              </a:rPr>
              <a:t>Principe : </a:t>
            </a:r>
          </a:p>
          <a:p>
            <a:pPr marL="171450" marR="0" lvl="0" indent="-171450" algn="l" defTabSz="914400" rtl="0" eaLnBrk="0" fontAlgn="base" latinLnBrk="0" hangingPunct="0">
              <a:lnSpc>
                <a:spcPct val="100000"/>
              </a:lnSpc>
              <a:spcBef>
                <a:spcPct val="0"/>
              </a:spcBef>
              <a:buFont typeface="Arial" panose="020B0604020202020204" pitchFamily="34" charset="0"/>
              <a:buChar char="•"/>
            </a:pPr>
            <a:r>
              <a:rPr lang="fr-FR" sz="900" dirty="0">
                <a:solidFill>
                  <a:schemeClr val="tx1"/>
                </a:solidFill>
                <a:latin typeface="Segoe UI" panose="020B0502040204020203" pitchFamily="34" charset="0"/>
                <a:cs typeface="Segoe UI" panose="020B0502040204020203" pitchFamily="34" charset="0"/>
              </a:rPr>
              <a:t>Comparer la valeur extraite à la valeur corrigée (modifié vs vrai).</a:t>
            </a:r>
          </a:p>
          <a:p>
            <a:pPr marL="171450" marR="0" lvl="0" indent="-171450" algn="l" defTabSz="914400" rtl="0" eaLnBrk="0" fontAlgn="base" latinLnBrk="0" hangingPunct="0">
              <a:lnSpc>
                <a:spcPct val="100000"/>
              </a:lnSpc>
              <a:spcBef>
                <a:spcPct val="0"/>
              </a:spcBef>
              <a:buFont typeface="Arial" panose="020B0604020202020204" pitchFamily="34" charset="0"/>
              <a:buChar char="•"/>
            </a:pPr>
            <a:r>
              <a:rPr lang="fr-FR" sz="900" dirty="0">
                <a:solidFill>
                  <a:schemeClr val="tx1"/>
                </a:solidFill>
                <a:latin typeface="Segoe UI" panose="020B0502040204020203" pitchFamily="34" charset="0"/>
                <a:cs typeface="Segoe UI" panose="020B0502040204020203" pitchFamily="34" charset="0"/>
              </a:rPr>
              <a:t>En déduire un taux de fiabilité par champ = score de confiance.</a:t>
            </a:r>
          </a:p>
          <a:p>
            <a:pPr marL="171450" marR="0" lvl="0" indent="-171450" algn="l" defTabSz="914400" rtl="0" eaLnBrk="0" fontAlgn="base" latinLnBrk="0" hangingPunct="0">
              <a:lnSpc>
                <a:spcPct val="100000"/>
              </a:lnSpc>
              <a:spcBef>
                <a:spcPct val="0"/>
              </a:spcBef>
              <a:buFont typeface="Arial" panose="020B0604020202020204" pitchFamily="34" charset="0"/>
              <a:buChar char="•"/>
            </a:pPr>
            <a:r>
              <a:rPr lang="fr-FR" sz="900" dirty="0">
                <a:solidFill>
                  <a:schemeClr val="tx1"/>
                </a:solidFill>
                <a:latin typeface="Segoe UI" panose="020B0502040204020203" pitchFamily="34" charset="0"/>
                <a:cs typeface="Segoe UI" panose="020B0502040204020203" pitchFamily="34" charset="0"/>
              </a:rPr>
              <a:t>Outillage VT / TAGTIC déjà disponible.</a:t>
            </a:r>
          </a:p>
        </p:txBody>
      </p:sp>
    </p:spTree>
    <p:extLst>
      <p:ext uri="{BB962C8B-B14F-4D97-AF65-F5344CB8AC3E}">
        <p14:creationId xmlns:p14="http://schemas.microsoft.com/office/powerpoint/2010/main" val="3312310974"/>
      </p:ext>
    </p:extLst>
  </p:cSld>
  <p:clrMapOvr>
    <a:masterClrMapping/>
  </p:clrMapOvr>
</p:sld>
</file>

<file path=ppt/theme/theme1.xml><?xml version="1.0" encoding="utf-8"?>
<a:theme xmlns:a="http://schemas.openxmlformats.org/drawingml/2006/main" name="1_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A8D"/>
        </a:solidFill>
        <a:ln>
          <a:noFill/>
        </a:ln>
      </a:spPr>
      <a:bodyPr rtlCol="0" anchor="ctr"/>
      <a:lstStyle>
        <a:defPPr algn="ctr">
          <a:defRPr sz="2000" dirty="0">
            <a:solidFill>
              <a:schemeClr val="bg1"/>
            </a:solidFill>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a:solidFill>
              <a:srgbClr val="0C4392"/>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Modele_support_formation.pptx" id="{FC8938AE-3DEC-44F8-93B0-AA7B42287810}" vid="{67FF885F-2E36-427C-A700-E19870749266}"/>
    </a:ext>
  </a:extLst>
</a:theme>
</file>

<file path=ppt/theme/theme2.xml><?xml version="1.0" encoding="utf-8"?>
<a:theme xmlns:a="http://schemas.openxmlformats.org/drawingml/2006/main" name="Thème1">
  <a:themeElements>
    <a:clrScheme name="Custom 3">
      <a:dk1>
        <a:srgbClr val="000000"/>
      </a:dk1>
      <a:lt1>
        <a:srgbClr val="FFFFFF"/>
      </a:lt1>
      <a:dk2>
        <a:srgbClr val="44546A"/>
      </a:dk2>
      <a:lt2>
        <a:srgbClr val="E7E6E6"/>
      </a:lt2>
      <a:accent1>
        <a:srgbClr val="0E4194"/>
      </a:accent1>
      <a:accent2>
        <a:srgbClr val="E40613"/>
      </a:accent2>
      <a:accent3>
        <a:srgbClr val="A5A5A5"/>
      </a:accent3>
      <a:accent4>
        <a:srgbClr val="007B81"/>
      </a:accent4>
      <a:accent5>
        <a:srgbClr val="4472C4"/>
      </a:accent5>
      <a:accent6>
        <a:srgbClr val="70AD47"/>
      </a:accent6>
      <a:hlink>
        <a:srgbClr val="0563C1"/>
      </a:hlink>
      <a:folHlink>
        <a:srgbClr val="954F72"/>
      </a:folHlink>
    </a:clrScheme>
    <a:fontScheme name="Thèm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3A8D"/>
        </a:solidFill>
        <a:ln>
          <a:noFill/>
        </a:ln>
      </a:spPr>
      <a:bodyPr rtlCol="0" anchor="ctr"/>
      <a:lstStyle>
        <a:defPPr marL="171450" indent="-171450" algn="l">
          <a:buFont typeface="Arial" panose="020B0604020202020204" pitchFamily="34" charset="0"/>
          <a:buChar char="•"/>
          <a:defRPr sz="1200" dirty="0">
            <a:solidFill>
              <a:schemeClr val="bg1"/>
            </a:solidFill>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2800" dirty="0">
            <a:solidFill>
              <a:srgbClr val="0C4392"/>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Quantum_Business Case_Approach &amp; Timeline V.3.1" id="{5EECDFF5-D0BA-C945-BD95-8BA53C6B4E52}" vid="{789D138D-4F33-B548-9A05-51F0AC8B2FB7}"/>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TaxKeywordTaxHTField xmlns="9da6f561-6c40-462f-af3e-6833fe74929f">
      <Terms xmlns="http://schemas.microsoft.com/office/infopath/2007/PartnerControls"/>
    </TaxKeywordTaxHTField>
    <e190d8c788134483bddf2fb4f7159d4b xmlns="8ff6ca53-9990-4cf6-aa9b-81190a5c5371">
      <Terms xmlns="http://schemas.microsoft.com/office/infopath/2007/PartnerControls">
        <TermInfo xmlns="http://schemas.microsoft.com/office/infopath/2007/PartnerControls">
          <TermName xmlns="http://schemas.microsoft.com/office/infopath/2007/PartnerControls">Document</TermName>
          <TermId xmlns="http://schemas.microsoft.com/office/infopath/2007/PartnerControls">f926a2be-6740-4577-ba49-e4b230c74a1c</TermId>
        </TermInfo>
      </Terms>
    </e190d8c788134483bddf2fb4f7159d4b>
    <l1bda498d0704770a9af2e7a0565edaa xmlns="8ff6ca53-9990-4cf6-aa9b-81190a5c5371">
      <Terms xmlns="http://schemas.microsoft.com/office/infopath/2007/PartnerControls">
        <TermInfo xmlns="http://schemas.microsoft.com/office/infopath/2007/PartnerControls">
          <TermName xmlns="http://schemas.microsoft.com/office/infopath/2007/PartnerControls">10 - Interne</TermName>
          <TermId xmlns="http://schemas.microsoft.com/office/infopath/2007/PartnerControls">88571201-3d77-41d7-bf2a-abb247897d97</TermId>
        </TermInfo>
      </Terms>
    </l1bda498d0704770a9af2e7a0565edaa>
    <IconOverlay xmlns="http://schemas.microsoft.com/sharepoint/v4" xsi:nil="true"/>
    <a9e56aaece9b46e58482a8eb4a8cc6ab xmlns="8ff6ca53-9990-4cf6-aa9b-81190a5c5371">
      <Terms xmlns="http://schemas.microsoft.com/office/infopath/2007/PartnerControls"/>
    </a9e56aaece9b46e58482a8eb4a8cc6ab>
    <PublishingExpirationDate xmlns="http://schemas.microsoft.com/sharepoint/v3" xsi:nil="true"/>
    <PublishingStartDate xmlns="http://schemas.microsoft.com/sharepoint/v3" xsi:nil="true"/>
    <TaxCatchAll xmlns="9da6f561-6c40-462f-af3e-6833fe74929f">
      <Value>2</Value>
      <Value>1</Value>
    </TaxCatchAll>
    <_dlc_DocId xmlns="9da6f561-6c40-462f-af3e-6833fe74929f">PJQFUVHKSAJQ-1373287592-275607</_dlc_DocId>
    <_dlc_DocIdUrl xmlns="9da6f561-6c40-462f-af3e-6833fe74929f">
      <Url>https://moss-si.cm-cic.fr/Sites/D00116/Documentation/_layouts/15/DocIdRedir.aspx?ID=PJQFUVHKSAJQ-1373287592-275607</Url>
      <Description>PJQFUVHKSAJQ-1373287592-275607</Description>
    </_dlc_DocIdUrl>
  </documentManagement>
</p:properties>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BE2B8597FEB5E34494D505DA208C5F79" ma:contentTypeVersion="12" ma:contentTypeDescription="Crée un document." ma:contentTypeScope="" ma:versionID="9a955d830eb2036938b7573fab7ca669">
  <xsd:schema xmlns:xsd="http://www.w3.org/2001/XMLSchema" xmlns:xs="http://www.w3.org/2001/XMLSchema" xmlns:p="http://schemas.microsoft.com/office/2006/metadata/properties" xmlns:ns1="http://schemas.microsoft.com/sharepoint/v3" xmlns:ns2="9da6f561-6c40-462f-af3e-6833fe74929f" xmlns:ns3="8ff6ca53-9990-4cf6-aa9b-81190a5c5371" xmlns:ns4="99cee9d7-070e-44dd-ab97-3503062ab504" xmlns:ns5="http://schemas.microsoft.com/sharepoint/v4" targetNamespace="http://schemas.microsoft.com/office/2006/metadata/properties" ma:root="true" ma:fieldsID="8f4d48304bd6e109baf3a3f81bd2dacc" ns1:_="" ns2:_="" ns3:_="" ns4:_="" ns5:_="">
    <xsd:import namespace="http://schemas.microsoft.com/sharepoint/v3"/>
    <xsd:import namespace="9da6f561-6c40-462f-af3e-6833fe74929f"/>
    <xsd:import namespace="8ff6ca53-9990-4cf6-aa9b-81190a5c5371"/>
    <xsd:import namespace="99cee9d7-070e-44dd-ab97-3503062ab504"/>
    <xsd:import namespace="http://schemas.microsoft.com/sharepoint/v4"/>
    <xsd:element name="properties">
      <xsd:complexType>
        <xsd:sequence>
          <xsd:element name="documentManagement">
            <xsd:complexType>
              <xsd:all>
                <xsd:element ref="ns2:_dlc_DocId" minOccurs="0"/>
                <xsd:element ref="ns2:_dlc_DocIdUrl" minOccurs="0"/>
                <xsd:element ref="ns2:_dlc_DocIdPersistId" minOccurs="0"/>
                <xsd:element ref="ns2:TaxKeywordTaxHTField" minOccurs="0"/>
                <xsd:element ref="ns2:TaxCatchAll" minOccurs="0"/>
                <xsd:element ref="ns3:a9e56aaece9b46e58482a8eb4a8cc6ab" minOccurs="0"/>
                <xsd:element ref="ns3:e190d8c788134483bddf2fb4f7159d4b" minOccurs="0"/>
                <xsd:element ref="ns3:l1bda498d0704770a9af2e7a0565edaa" minOccurs="0"/>
                <xsd:element ref="ns1:PublishingStartDate" minOccurs="0"/>
                <xsd:element ref="ns1:PublishingExpirationDate" minOccurs="0"/>
                <xsd:element ref="ns4:SharedWithUsers" minOccurs="0"/>
                <xsd:element ref="ns5:IconOverla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20"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21"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da6f561-6c40-462f-af3e-6833fe74929f" elementFormDefault="qualified">
    <xsd:import namespace="http://schemas.microsoft.com/office/2006/documentManagement/types"/>
    <xsd:import namespace="http://schemas.microsoft.com/office/infopath/2007/PartnerControls"/>
    <xsd:element name="_dlc_DocId" ma:index="8" nillable="true" ma:displayName="Valeur d’ID de document" ma:description="Valeur de l’ID de document affecté à cet élément." ma:internalName="_dlc_DocId" ma:readOnly="true">
      <xsd:simpleType>
        <xsd:restriction base="dms:Text"/>
      </xsd:simpleType>
    </xsd:element>
    <xsd:element name="_dlc_DocIdUrl" ma:index="9"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KeywordTaxHTField" ma:index="12" nillable="true" ma:taxonomy="true" ma:internalName="TaxKeywordTaxHTField" ma:taxonomyFieldName="TaxKeyword" ma:displayName="Mots clés d’entreprise" ma:fieldId="{23f27201-bee3-471e-b2e7-b64fd8b7ca38}" ma:taxonomyMulti="true" ma:sspId="f6b5f850-50cb-46d6-8dd8-bdb5aeee437c" ma:termSetId="00000000-0000-0000-0000-000000000000" ma:anchorId="00000000-0000-0000-0000-000000000000" ma:open="true" ma:isKeyword="true">
      <xsd:complexType>
        <xsd:sequence>
          <xsd:element ref="pc:Terms" minOccurs="0" maxOccurs="1"/>
        </xsd:sequence>
      </xsd:complexType>
    </xsd:element>
    <xsd:element name="TaxCatchAll" ma:index="13" nillable="true" ma:displayName="Taxonomy Catch All Column" ma:hidden="true" ma:list="{f6065c2a-1385-449e-acd3-90fec65b6338}" ma:internalName="TaxCatchAll" ma:showField="CatchAllData" ma:web="9da6f561-6c40-462f-af3e-6833fe74929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ff6ca53-9990-4cf6-aa9b-81190a5c5371" elementFormDefault="qualified">
    <xsd:import namespace="http://schemas.microsoft.com/office/2006/documentManagement/types"/>
    <xsd:import namespace="http://schemas.microsoft.com/office/infopath/2007/PartnerControls"/>
    <xsd:element name="a9e56aaece9b46e58482a8eb4a8cc6ab" ma:index="15" nillable="true" ma:taxonomy="true" ma:internalName="a9e56aaece9b46e58482a8eb4a8cc6ab" ma:taxonomyFieldName="ROBIN" ma:displayName="ROBIN" ma:indexed="true" ma:fieldId="{a9e56aae-ce9b-46e5-8482-a8eb4a8cc6ab}" ma:sspId="f6b5f850-50cb-46d6-8dd8-bdb5aeee437c" ma:termSetId="8519d0aa-f887-4b22-82ec-06f9900e4831" ma:anchorId="00000000-0000-0000-0000-000000000000" ma:open="false" ma:isKeyword="false">
      <xsd:complexType>
        <xsd:sequence>
          <xsd:element ref="pc:Terms" minOccurs="0" maxOccurs="1"/>
        </xsd:sequence>
      </xsd:complexType>
    </xsd:element>
    <xsd:element name="e190d8c788134483bddf2fb4f7159d4b" ma:index="17" ma:taxonomy="true" ma:internalName="e190d8c788134483bddf2fb4f7159d4b" ma:taxonomyFieldName="Nature_x0020_du_x0020_document" ma:displayName="Nature du document" ma:indexed="true" ma:fieldId="{e190d8c7-8813-4483-bddf-2fb4f7159d4b}" ma:sspId="f6b5f850-50cb-46d6-8dd8-bdb5aeee437c" ma:termSetId="8dbe4afc-678c-4167-a296-bde03c53c5ce" ma:anchorId="00000000-0000-0000-0000-000000000000" ma:open="false" ma:isKeyword="false">
      <xsd:complexType>
        <xsd:sequence>
          <xsd:element ref="pc:Terms" minOccurs="0" maxOccurs="1"/>
        </xsd:sequence>
      </xsd:complexType>
    </xsd:element>
    <xsd:element name="l1bda498d0704770a9af2e7a0565edaa" ma:index="19" ma:taxonomy="true" ma:internalName="l1bda498d0704770a9af2e7a0565edaa" ma:taxonomyFieldName="Classification" ma:displayName="Classification" ma:indexed="true" ma:fieldId="{51bda498-d070-4770-a9af-2e7a0565edaa}" ma:sspId="f6b5f850-50cb-46d6-8dd8-bdb5aeee437c" ma:termSetId="79a668a4-8950-49d8-972b-fe62befceb68"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99cee9d7-070e-44dd-ab97-3503062ab504" elementFormDefault="qualified">
    <xsd:import namespace="http://schemas.microsoft.com/office/2006/documentManagement/types"/>
    <xsd:import namespace="http://schemas.microsoft.com/office/infopath/2007/PartnerControls"/>
    <xsd:element name="SharedWithUsers" ma:index="2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23"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0075BA0-91C9-459B-92C2-AA1AE2F039CC}">
  <ds:schemaRefs>
    <ds:schemaRef ds:uri="http://purl.org/dc/terms/"/>
    <ds:schemaRef ds:uri="9da6f561-6c40-462f-af3e-6833fe74929f"/>
    <ds:schemaRef ds:uri="99cee9d7-070e-44dd-ab97-3503062ab504"/>
    <ds:schemaRef ds:uri="http://schemas.openxmlformats.org/package/2006/metadata/core-properties"/>
    <ds:schemaRef ds:uri="http://schemas.microsoft.com/office/2006/metadata/properties"/>
    <ds:schemaRef ds:uri="http://purl.org/dc/elements/1.1/"/>
    <ds:schemaRef ds:uri="http://schemas.microsoft.com/office/2006/documentManagement/types"/>
    <ds:schemaRef ds:uri="http://schemas.microsoft.com/office/infopath/2007/PartnerControls"/>
    <ds:schemaRef ds:uri="http://schemas.microsoft.com/sharepoint/v4"/>
    <ds:schemaRef ds:uri="8ff6ca53-9990-4cf6-aa9b-81190a5c5371"/>
    <ds:schemaRef ds:uri="http://schemas.microsoft.com/sharepoint/v3"/>
    <ds:schemaRef ds:uri="http://www.w3.org/XML/1998/namespace"/>
    <ds:schemaRef ds:uri="http://purl.org/dc/dcmitype/"/>
  </ds:schemaRefs>
</ds:datastoreItem>
</file>

<file path=customXml/itemProps2.xml><?xml version="1.0" encoding="utf-8"?>
<ds:datastoreItem xmlns:ds="http://schemas.openxmlformats.org/officeDocument/2006/customXml" ds:itemID="{00FD0BBD-EDEB-4CD6-9CC8-875E3D02A543}">
  <ds:schemaRefs>
    <ds:schemaRef ds:uri="http://schemas.microsoft.com/sharepoint/events"/>
  </ds:schemaRefs>
</ds:datastoreItem>
</file>

<file path=customXml/itemProps3.xml><?xml version="1.0" encoding="utf-8"?>
<ds:datastoreItem xmlns:ds="http://schemas.openxmlformats.org/officeDocument/2006/customXml" ds:itemID="{EC20321C-A03F-4F49-A9C2-F14EF749603B}">
  <ds:schemaRefs>
    <ds:schemaRef ds:uri="http://schemas.microsoft.com/sharepoint/v3/contenttype/forms"/>
  </ds:schemaRefs>
</ds:datastoreItem>
</file>

<file path=customXml/itemProps4.xml><?xml version="1.0" encoding="utf-8"?>
<ds:datastoreItem xmlns:ds="http://schemas.openxmlformats.org/officeDocument/2006/customXml" ds:itemID="{8ADBD462-6937-403A-AAB3-D84BA26E5F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da6f561-6c40-462f-af3e-6833fe74929f"/>
    <ds:schemaRef ds:uri="8ff6ca53-9990-4cf6-aa9b-81190a5c5371"/>
    <ds:schemaRef ds:uri="99cee9d7-070e-44dd-ab97-3503062ab504"/>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16584</TotalTime>
  <Words>1815</Words>
  <Application>Microsoft Office PowerPoint</Application>
  <PresentationFormat>Grand écran</PresentationFormat>
  <Paragraphs>221</Paragraphs>
  <Slides>16</Slides>
  <Notes>13</Notes>
  <HiddenSlides>2</HiddenSlides>
  <MMClips>0</MMClips>
  <ScaleCrop>false</ScaleCrop>
  <HeadingPairs>
    <vt:vector size="6" baseType="variant">
      <vt:variant>
        <vt:lpstr>Polices utilisées</vt:lpstr>
      </vt:variant>
      <vt:variant>
        <vt:i4>8</vt:i4>
      </vt:variant>
      <vt:variant>
        <vt:lpstr>Thème</vt:lpstr>
      </vt:variant>
      <vt:variant>
        <vt:i4>2</vt:i4>
      </vt:variant>
      <vt:variant>
        <vt:lpstr>Titres des diapositives</vt:lpstr>
      </vt:variant>
      <vt:variant>
        <vt:i4>16</vt:i4>
      </vt:variant>
    </vt:vector>
  </HeadingPairs>
  <TitlesOfParts>
    <vt:vector size="26" baseType="lpstr">
      <vt:lpstr>Arial</vt:lpstr>
      <vt:lpstr>Calibri</vt:lpstr>
      <vt:lpstr>Segoe UI</vt:lpstr>
      <vt:lpstr>Segoe UI Light</vt:lpstr>
      <vt:lpstr>Swis721 BT Roman</vt:lpstr>
      <vt:lpstr>Swis721 Lt BT</vt:lpstr>
      <vt:lpstr>Symbol</vt:lpstr>
      <vt:lpstr>Wingdings 3</vt:lpstr>
      <vt:lpstr>1_Thème Office</vt:lpstr>
      <vt:lpstr>Thème1</vt:lpstr>
      <vt:lpstr>[Refonte SyoReader]  Pré-cadrage</vt:lpstr>
      <vt:lpstr>[Refonte SyoReader] - Contexte</vt:lpstr>
      <vt:lpstr>Sommaire</vt:lpstr>
      <vt:lpstr>Refonte technique SyoReader et impacts sur les CWs</vt:lpstr>
      <vt:lpstr>Refonte technique SyoReader et impacts sur les CWs</vt:lpstr>
      <vt:lpstr>Refonte technique SyoReader et impacts sur les CWs</vt:lpstr>
      <vt:lpstr>Refonte technique SyoReader et impacts sur les CWs</vt:lpstr>
      <vt:lpstr>Sommaire</vt:lpstr>
      <vt:lpstr>Refonte technique SyoReader et impacts sur les CWs</vt:lpstr>
      <vt:lpstr>Refonte technique SyoReader et impacts sur les CWs</vt:lpstr>
      <vt:lpstr>Interop CADI – CW pour la classification / Extraction</vt:lpstr>
      <vt:lpstr>Interop CADI – CW pour la classification / Extraction</vt:lpstr>
      <vt:lpstr>Next Steps</vt:lpstr>
      <vt:lpstr>Fin</vt:lpstr>
      <vt:lpstr>Refonte technique SyoReader et impacts sur les CWs</vt:lpstr>
      <vt:lpstr>Refonte technique SyoReader et impacts sur les CWs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IA de Confiance (IAC)</dc:title>
  <dc:creator>BELIN Valentin (PRESTA EXT)</dc:creator>
  <cp:lastModifiedBy>ISSOULGHANE Morad (PRESTA EXT)</cp:lastModifiedBy>
  <cp:revision>303</cp:revision>
  <dcterms:created xsi:type="dcterms:W3CDTF">2025-10-06T09:05:57Z</dcterms:created>
  <dcterms:modified xsi:type="dcterms:W3CDTF">2026-09-01T11:30:15Z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0x010100BE2B8597FEB5E34494D505DA208C5F79</vt:lpwstr>
  </property>
  <property fmtid="{D5CDD505-2E9C-101B-9397-08002B2CF9AE}" pid="3" name="TaxKeyword">
    <vt:lpwstr/>
  </property>
  <property fmtid="{D5CDD505-2E9C-101B-9397-08002B2CF9AE}" pid="4" name="ROBIN">
    <vt:lpwstr/>
  </property>
  <property fmtid="{D5CDD505-2E9C-101B-9397-08002B2CF9AE}" pid="5" name="Nature du document">
    <vt:lpwstr>1;#Document|f926a2be-6740-4577-ba49-e4b230c74a1c</vt:lpwstr>
  </property>
  <property fmtid="{D5CDD505-2E9C-101B-9397-08002B2CF9AE}" pid="6" name="Classification">
    <vt:lpwstr>2;#10 - Interne|88571201-3d77-41d7-bf2a-abb247897d97</vt:lpwstr>
  </property>
  <property fmtid="{D5CDD505-2E9C-101B-9397-08002B2CF9AE}" pid="7" name="_dlc_DocIdItemGuid">
    <vt:lpwstr>4aed428a-4c67-41f1-9e04-158e62367b18</vt:lpwstr>
  </property>
</Properties>
</file>